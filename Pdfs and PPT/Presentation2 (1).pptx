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6"/>
  </p:notesMasterIdLst>
  <p:handoutMasterIdLst>
    <p:handoutMasterId r:id="rId27"/>
  </p:handoutMasterIdLst>
  <p:sldIdLst>
    <p:sldId id="256" r:id="rId5"/>
    <p:sldId id="257" r:id="rId6"/>
    <p:sldId id="286" r:id="rId7"/>
    <p:sldId id="288" r:id="rId8"/>
    <p:sldId id="289" r:id="rId9"/>
    <p:sldId id="290" r:id="rId10"/>
    <p:sldId id="299" r:id="rId11"/>
    <p:sldId id="300" r:id="rId12"/>
    <p:sldId id="301" r:id="rId13"/>
    <p:sldId id="302" r:id="rId14"/>
    <p:sldId id="303" r:id="rId15"/>
    <p:sldId id="304" r:id="rId16"/>
    <p:sldId id="305" r:id="rId17"/>
    <p:sldId id="291" r:id="rId18"/>
    <p:sldId id="306" r:id="rId19"/>
    <p:sldId id="292" r:id="rId20"/>
    <p:sldId id="307" r:id="rId21"/>
    <p:sldId id="309" r:id="rId22"/>
    <p:sldId id="298" r:id="rId23"/>
    <p:sldId id="308" r:id="rId24"/>
    <p:sldId id="296"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593A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D180EF8-5342-132C-871D-814E25977204}" v="1180" dt="2025-04-17T15:09:48.692"/>
  </p1510:revLst>
</p1510:revInfo>
</file>

<file path=ppt/tableStyles.xml><?xml version="1.0" encoding="utf-8"?>
<a:tblStyleLst xmlns:a="http://schemas.openxmlformats.org/drawingml/2006/main" def="{69012ECD-51FC-41F1-AA8D-1B2483CD663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651" autoAdjust="0"/>
    <p:restoredTop sz="95646" autoAdjust="0"/>
  </p:normalViewPr>
  <p:slideViewPr>
    <p:cSldViewPr snapToGrid="0">
      <p:cViewPr>
        <p:scale>
          <a:sx n="100" d="100"/>
          <a:sy n="100" d="100"/>
        </p:scale>
        <p:origin x="-1238" y="-115"/>
      </p:cViewPr>
      <p:guideLst/>
    </p:cSldViewPr>
  </p:slideViewPr>
  <p:outlineViewPr>
    <p:cViewPr>
      <p:scale>
        <a:sx n="33" d="100"/>
        <a:sy n="33" d="100"/>
      </p:scale>
      <p:origin x="0" y="-5760"/>
    </p:cViewPr>
  </p:outlineViewPr>
  <p:notesTextViewPr>
    <p:cViewPr>
      <p:scale>
        <a:sx n="1" d="1"/>
        <a:sy n="1" d="1"/>
      </p:scale>
      <p:origin x="0" y="0"/>
    </p:cViewPr>
  </p:notesTextViewPr>
  <p:sorterViewPr>
    <p:cViewPr varScale="1">
      <p:scale>
        <a:sx n="100" d="100"/>
        <a:sy n="100" d="100"/>
      </p:scale>
      <p:origin x="0" y="-7325"/>
    </p:cViewPr>
  </p:sorterViewPr>
  <p:notesViewPr>
    <p:cSldViewPr snapToGrid="0">
      <p:cViewPr varScale="1">
        <p:scale>
          <a:sx n="58" d="100"/>
          <a:sy n="58" d="100"/>
        </p:scale>
        <p:origin x="2371" y="67"/>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viewProps" Target="viewProp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FB8B65A-D69F-C26C-B67E-036EF77BF1F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652B9064-AE57-427F-E5AF-71DE7D52FE6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D8190EA-5EEC-4300-B6AE-D9734C6C648E}" type="datetimeFigureOut">
              <a:rPr lang="en-US" smtClean="0"/>
              <a:t>4/17/2025</a:t>
            </a:fld>
            <a:endParaRPr lang="en-US" dirty="0"/>
          </a:p>
        </p:txBody>
      </p:sp>
      <p:sp>
        <p:nvSpPr>
          <p:cNvPr id="4" name="Footer Placeholder 3">
            <a:extLst>
              <a:ext uri="{FF2B5EF4-FFF2-40B4-BE49-F238E27FC236}">
                <a16:creationId xmlns:a16="http://schemas.microsoft.com/office/drawing/2014/main" id="{8186157A-CEB9-B0FC-3A49-BE950AEAD6F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E0819CA0-A57D-42D7-A625-56C22D0FA7C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AFF3A6F-DEFA-45E0-9496-BEE7C2C6F3D0}" type="slidenum">
              <a:rPr lang="en-US" smtClean="0"/>
              <a:t>‹#›</a:t>
            </a:fld>
            <a:endParaRPr lang="en-US" dirty="0"/>
          </a:p>
        </p:txBody>
      </p:sp>
    </p:spTree>
    <p:extLst>
      <p:ext uri="{BB962C8B-B14F-4D97-AF65-F5344CB8AC3E}">
        <p14:creationId xmlns:p14="http://schemas.microsoft.com/office/powerpoint/2010/main" val="1406002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87ADD9-2083-264C-A652-8D52D02F7E72}" type="datetimeFigureOut">
              <a:rPr lang="en-US" smtClean="0"/>
              <a:t>4/17/2025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7DC217-DF71-1A49-B3EA-559F1F43B0FF}" type="slidenum">
              <a:rPr lang="en-US" smtClean="0"/>
              <a:t>‹#›</a:t>
            </a:fld>
            <a:endParaRPr lang="en-US" dirty="0"/>
          </a:p>
        </p:txBody>
      </p:sp>
    </p:spTree>
    <p:extLst>
      <p:ext uri="{BB962C8B-B14F-4D97-AF65-F5344CB8AC3E}">
        <p14:creationId xmlns:p14="http://schemas.microsoft.com/office/powerpoint/2010/main" val="2846425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1</a:t>
            </a:fld>
            <a:endParaRPr lang="en-US" dirty="0"/>
          </a:p>
        </p:txBody>
      </p:sp>
    </p:spTree>
    <p:extLst>
      <p:ext uri="{BB962C8B-B14F-4D97-AF65-F5344CB8AC3E}">
        <p14:creationId xmlns:p14="http://schemas.microsoft.com/office/powerpoint/2010/main" val="21693858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2</a:t>
            </a:fld>
            <a:endParaRPr lang="en-US" dirty="0"/>
          </a:p>
        </p:txBody>
      </p:sp>
    </p:spTree>
    <p:extLst>
      <p:ext uri="{BB962C8B-B14F-4D97-AF65-F5344CB8AC3E}">
        <p14:creationId xmlns:p14="http://schemas.microsoft.com/office/powerpoint/2010/main" val="29152478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3</a:t>
            </a:fld>
            <a:endParaRPr lang="en-US" dirty="0"/>
          </a:p>
        </p:txBody>
      </p:sp>
    </p:spTree>
    <p:extLst>
      <p:ext uri="{BB962C8B-B14F-4D97-AF65-F5344CB8AC3E}">
        <p14:creationId xmlns:p14="http://schemas.microsoft.com/office/powerpoint/2010/main" val="19389489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4</a:t>
            </a:fld>
            <a:endParaRPr lang="en-US" dirty="0"/>
          </a:p>
        </p:txBody>
      </p:sp>
    </p:spTree>
    <p:extLst>
      <p:ext uri="{BB962C8B-B14F-4D97-AF65-F5344CB8AC3E}">
        <p14:creationId xmlns:p14="http://schemas.microsoft.com/office/powerpoint/2010/main" val="38627438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5</a:t>
            </a:fld>
            <a:endParaRPr lang="en-US" dirty="0"/>
          </a:p>
        </p:txBody>
      </p:sp>
    </p:spTree>
    <p:extLst>
      <p:ext uri="{BB962C8B-B14F-4D97-AF65-F5344CB8AC3E}">
        <p14:creationId xmlns:p14="http://schemas.microsoft.com/office/powerpoint/2010/main" val="41947933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6</a:t>
            </a:fld>
            <a:endParaRPr lang="en-US" dirty="0"/>
          </a:p>
        </p:txBody>
      </p:sp>
    </p:spTree>
    <p:extLst>
      <p:ext uri="{BB962C8B-B14F-4D97-AF65-F5344CB8AC3E}">
        <p14:creationId xmlns:p14="http://schemas.microsoft.com/office/powerpoint/2010/main" val="16390868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14</a:t>
            </a:fld>
            <a:endParaRPr lang="en-US" dirty="0"/>
          </a:p>
        </p:txBody>
      </p:sp>
    </p:spTree>
    <p:extLst>
      <p:ext uri="{BB962C8B-B14F-4D97-AF65-F5344CB8AC3E}">
        <p14:creationId xmlns:p14="http://schemas.microsoft.com/office/powerpoint/2010/main" val="9648444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16</a:t>
            </a:fld>
            <a:endParaRPr lang="en-US" dirty="0"/>
          </a:p>
        </p:txBody>
      </p:sp>
    </p:spTree>
    <p:extLst>
      <p:ext uri="{BB962C8B-B14F-4D97-AF65-F5344CB8AC3E}">
        <p14:creationId xmlns:p14="http://schemas.microsoft.com/office/powerpoint/2010/main" val="16168571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19</a:t>
            </a:fld>
            <a:endParaRPr lang="en-US" dirty="0"/>
          </a:p>
        </p:txBody>
      </p:sp>
    </p:spTree>
    <p:extLst>
      <p:ext uri="{BB962C8B-B14F-4D97-AF65-F5344CB8AC3E}">
        <p14:creationId xmlns:p14="http://schemas.microsoft.com/office/powerpoint/2010/main" val="9658453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20</a:t>
            </a:fld>
            <a:endParaRPr lang="en-US" dirty="0"/>
          </a:p>
        </p:txBody>
      </p:sp>
    </p:spTree>
    <p:extLst>
      <p:ext uri="{BB962C8B-B14F-4D97-AF65-F5344CB8AC3E}">
        <p14:creationId xmlns:p14="http://schemas.microsoft.com/office/powerpoint/2010/main" val="3990086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AC79249-FDC0-364D-A734-AE1DE1605D28}"/>
              </a:ext>
              <a:ext uri="{C183D7F6-B498-43B3-948B-1728B52AA6E4}">
                <adec:decorative xmlns:adec="http://schemas.microsoft.com/office/drawing/2017/decorative" val="1"/>
              </a:ext>
            </a:extLst>
          </p:cNvPr>
          <p:cNvSpPr/>
          <p:nvPr userDrawn="1"/>
        </p:nvSpPr>
        <p:spPr>
          <a:xfrm>
            <a:off x="0" y="4572000"/>
            <a:ext cx="12192000" cy="228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 name="Group 6">
            <a:extLst>
              <a:ext uri="{FF2B5EF4-FFF2-40B4-BE49-F238E27FC236}">
                <a16:creationId xmlns:a16="http://schemas.microsoft.com/office/drawing/2014/main" id="{13537B6D-42A5-F449-2691-321A167F7C08}"/>
              </a:ext>
              <a:ext uri="{C183D7F6-B498-43B3-948B-1728B52AA6E4}">
                <adec:decorative xmlns:adec="http://schemas.microsoft.com/office/drawing/2017/decorative" val="1"/>
              </a:ext>
            </a:extLst>
          </p:cNvPr>
          <p:cNvGrpSpPr/>
          <p:nvPr userDrawn="1"/>
        </p:nvGrpSpPr>
        <p:grpSpPr>
          <a:xfrm>
            <a:off x="0" y="-3419"/>
            <a:ext cx="12192000" cy="6861419"/>
            <a:chOff x="0" y="-3419"/>
            <a:chExt cx="12192000" cy="6861419"/>
          </a:xfrm>
        </p:grpSpPr>
        <p:sp>
          <p:nvSpPr>
            <p:cNvPr id="5" name="Oval 4">
              <a:extLst>
                <a:ext uri="{FF2B5EF4-FFF2-40B4-BE49-F238E27FC236}">
                  <a16:creationId xmlns:a16="http://schemas.microsoft.com/office/drawing/2014/main" id="{902465C8-266D-104C-9C49-323DF4A8277E}"/>
                </a:ext>
              </a:extLst>
            </p:cNvPr>
            <p:cNvSpPr/>
            <p:nvPr userDrawn="1"/>
          </p:nvSpPr>
          <p:spPr>
            <a:xfrm>
              <a:off x="583746" y="4960030"/>
              <a:ext cx="1551214" cy="1551214"/>
            </a:xfrm>
            <a:prstGeom prst="ellips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10">
              <a:extLst>
                <a:ext uri="{FF2B5EF4-FFF2-40B4-BE49-F238E27FC236}">
                  <a16:creationId xmlns:a16="http://schemas.microsoft.com/office/drawing/2014/main" id="{37979A1C-BF60-B345-A664-2E4F7A3461EB}"/>
                </a:ext>
              </a:extLst>
            </p:cNvPr>
            <p:cNvSpPr/>
            <p:nvPr userDrawn="1"/>
          </p:nvSpPr>
          <p:spPr>
            <a:xfrm>
              <a:off x="1" y="4571999"/>
              <a:ext cx="1118508" cy="1118508"/>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8">
              <a:extLst>
                <a:ext uri="{FF2B5EF4-FFF2-40B4-BE49-F238E27FC236}">
                  <a16:creationId xmlns:a16="http://schemas.microsoft.com/office/drawing/2014/main" id="{58080B3E-915C-2D4C-8608-596E1BFD6387}"/>
                </a:ext>
              </a:extLst>
            </p:cNvPr>
            <p:cNvSpPr/>
            <p:nvPr userDrawn="1"/>
          </p:nvSpPr>
          <p:spPr>
            <a:xfrm>
              <a:off x="1" y="5739492"/>
              <a:ext cx="1118508" cy="1118508"/>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6" name="Group 5">
              <a:extLst>
                <a:ext uri="{FF2B5EF4-FFF2-40B4-BE49-F238E27FC236}">
                  <a16:creationId xmlns:a16="http://schemas.microsoft.com/office/drawing/2014/main" id="{F15FBB50-09C8-B64E-AE57-67C5E70810CB}"/>
                </a:ext>
              </a:extLst>
            </p:cNvPr>
            <p:cNvGrpSpPr/>
            <p:nvPr userDrawn="1"/>
          </p:nvGrpSpPr>
          <p:grpSpPr>
            <a:xfrm>
              <a:off x="8264427" y="-3419"/>
              <a:ext cx="3927573" cy="3165022"/>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2" name="Freeform 21">
              <a:extLst>
                <a:ext uri="{FF2B5EF4-FFF2-40B4-BE49-F238E27FC236}">
                  <a16:creationId xmlns:a16="http://schemas.microsoft.com/office/drawing/2014/main" id="{BC68F289-2744-2F48-893A-3F17911625C8}"/>
                </a:ext>
              </a:extLst>
            </p:cNvPr>
            <p:cNvSpPr/>
            <p:nvPr userDrawn="1"/>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Freeform 27">
              <a:extLst>
                <a:ext uri="{FF2B5EF4-FFF2-40B4-BE49-F238E27FC236}">
                  <a16:creationId xmlns:a16="http://schemas.microsoft.com/office/drawing/2014/main" id="{9E240E8A-950E-7946-826C-415CB5DACA43}"/>
                </a:ext>
              </a:extLst>
            </p:cNvPr>
            <p:cNvSpPr/>
            <p:nvPr userDrawn="1"/>
          </p:nvSpPr>
          <p:spPr>
            <a:xfrm>
              <a:off x="11024507" y="4580708"/>
              <a:ext cx="1167493" cy="2277292"/>
            </a:xfrm>
            <a:custGeom>
              <a:avLst/>
              <a:gdLst>
                <a:gd name="connsiteX0" fmla="*/ 1167473 w 1167493"/>
                <a:gd name="connsiteY0" fmla="*/ 0 h 2272167"/>
                <a:gd name="connsiteX1" fmla="*/ 1167493 w 1167493"/>
                <a:gd name="connsiteY1" fmla="*/ 0 h 2272167"/>
                <a:gd name="connsiteX2" fmla="*/ 1167493 w 1167493"/>
                <a:gd name="connsiteY2" fmla="*/ 492960 h 2272167"/>
                <a:gd name="connsiteX3" fmla="*/ 1167493 w 1167493"/>
                <a:gd name="connsiteY3" fmla="*/ 720385 h 2272167"/>
                <a:gd name="connsiteX4" fmla="*/ 1167493 w 1167493"/>
                <a:gd name="connsiteY4" fmla="*/ 2272167 h 2272167"/>
                <a:gd name="connsiteX5" fmla="*/ 0 w 1167493"/>
                <a:gd name="connsiteY5" fmla="*/ 2272167 h 2272167"/>
                <a:gd name="connsiteX6" fmla="*/ 0 w 1167493"/>
                <a:gd name="connsiteY6" fmla="*/ 1898074 h 2272167"/>
                <a:gd name="connsiteX7" fmla="*/ 0 w 1167493"/>
                <a:gd name="connsiteY7" fmla="*/ 1271597 h 2272167"/>
                <a:gd name="connsiteX8" fmla="*/ 0 w 1167493"/>
                <a:gd name="connsiteY8" fmla="*/ 1177688 h 2272167"/>
                <a:gd name="connsiteX9" fmla="*/ 1048124 w 1167493"/>
                <a:gd name="connsiteY9" fmla="*/ 6080 h 2272167"/>
                <a:gd name="connsiteX10" fmla="*/ 1167473 w 1167493"/>
                <a:gd name="connsiteY10" fmla="*/ 0 h 2272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67493" h="2272167">
                  <a:moveTo>
                    <a:pt x="1167473" y="0"/>
                  </a:moveTo>
                  <a:lnTo>
                    <a:pt x="1167493" y="0"/>
                  </a:lnTo>
                  <a:lnTo>
                    <a:pt x="1167493" y="492960"/>
                  </a:lnTo>
                  <a:lnTo>
                    <a:pt x="1167493" y="720385"/>
                  </a:lnTo>
                  <a:lnTo>
                    <a:pt x="1167493" y="2272167"/>
                  </a:lnTo>
                  <a:lnTo>
                    <a:pt x="0" y="2272167"/>
                  </a:lnTo>
                  <a:lnTo>
                    <a:pt x="0" y="1898074"/>
                  </a:lnTo>
                  <a:lnTo>
                    <a:pt x="0" y="1271597"/>
                  </a:lnTo>
                  <a:lnTo>
                    <a:pt x="0" y="1177688"/>
                  </a:lnTo>
                  <a:cubicBezTo>
                    <a:pt x="0" y="567919"/>
                    <a:pt x="459408" y="66389"/>
                    <a:pt x="1048124" y="6080"/>
                  </a:cubicBezTo>
                  <a:lnTo>
                    <a:pt x="116747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3" y="232913"/>
            <a:ext cx="7096933" cy="3830130"/>
          </a:xfrm>
        </p:spPr>
        <p:txBody>
          <a:bodyPr anchor="b">
            <a:noAutofit/>
          </a:bodyPr>
          <a:lstStyle>
            <a:lvl1pPr algn="l">
              <a:defRPr sz="6000" b="1">
                <a:latin typeface="+mj-lt"/>
              </a:defRPr>
            </a:lvl1pPr>
          </a:lstStyle>
          <a:p>
            <a:r>
              <a:rPr lang="en-US" dirty="0"/>
              <a:t>Click to add title</a:t>
            </a:r>
          </a:p>
        </p:txBody>
      </p:sp>
    </p:spTree>
    <p:extLst>
      <p:ext uri="{BB962C8B-B14F-4D97-AF65-F5344CB8AC3E}">
        <p14:creationId xmlns:p14="http://schemas.microsoft.com/office/powerpoint/2010/main" val="2916498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6" name="Freeform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58864" y="102021"/>
            <a:ext cx="9779183" cy="1744415"/>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58865" y="2017467"/>
            <a:ext cx="9779182" cy="3366815"/>
          </a:xfrm>
        </p:spPr>
        <p:txBody>
          <a:bodyPr>
            <a:norm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7822712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and Right Image">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flipH="1">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6" name="Freeform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71600"/>
            <a:ext cx="5486400" cy="4114800"/>
          </a:xfrm>
        </p:spPr>
        <p:txBody>
          <a:bodyPr anchor="ctr" anchorCtr="0">
            <a:noAutofit/>
          </a:bodyPr>
          <a:lstStyle>
            <a:lvl1pPr>
              <a:defRPr sz="6000" b="1">
                <a:latin typeface="+mj-lt"/>
              </a:defRPr>
            </a:lvl1pPr>
          </a:lstStyle>
          <a:p>
            <a:r>
              <a:rPr lang="en-US" dirty="0"/>
              <a:t>Click to add title</a:t>
            </a:r>
          </a:p>
        </p:txBody>
      </p:sp>
      <p:sp>
        <p:nvSpPr>
          <p:cNvPr id="15" name="Picture Placeholder 14">
            <a:extLst>
              <a:ext uri="{FF2B5EF4-FFF2-40B4-BE49-F238E27FC236}">
                <a16:creationId xmlns:a16="http://schemas.microsoft.com/office/drawing/2014/main" id="{3124234B-E1C4-2616-9993-A23142AA69B2}"/>
              </a:ext>
            </a:extLst>
          </p:cNvPr>
          <p:cNvSpPr>
            <a:spLocks noGrp="1"/>
          </p:cNvSpPr>
          <p:nvPr>
            <p:ph type="pic" sz="quarter" idx="10"/>
          </p:nvPr>
        </p:nvSpPr>
        <p:spPr>
          <a:xfrm>
            <a:off x="7183438" y="1168400"/>
            <a:ext cx="4500562" cy="4521200"/>
          </a:xfrm>
          <a:prstGeom prst="ellipse">
            <a:avLst/>
          </a:prstGeom>
          <a:solidFill>
            <a:schemeClr val="accent2"/>
          </a:solidFill>
        </p:spPr>
        <p:txBody>
          <a:bodyPr/>
          <a:lstStyle>
            <a:lvl1pPr marL="0" indent="0" algn="ctr">
              <a:buNone/>
              <a:defRPr sz="2000"/>
            </a:lvl1pPr>
          </a:lstStyle>
          <a:p>
            <a:r>
              <a:rPr lang="en-US" dirty="0"/>
              <a:t>Click icon to add picture</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491266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nd Left Image">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6" name="Freeform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5943600" y="457200"/>
            <a:ext cx="5120640" cy="3200400"/>
          </a:xfrm>
        </p:spPr>
        <p:txBody>
          <a:bodyPr anchor="b" anchorCtr="0">
            <a:noAutofit/>
          </a:bodyPr>
          <a:lstStyle>
            <a:lvl1pPr>
              <a:defRPr sz="6000" b="1">
                <a:latin typeface="+mj-lt"/>
              </a:defRPr>
            </a:lvl1pPr>
          </a:lstStyle>
          <a:p>
            <a:r>
              <a:rPr lang="en-US" dirty="0"/>
              <a:t>Click to add title</a:t>
            </a:r>
          </a:p>
        </p:txBody>
      </p:sp>
      <p:sp>
        <p:nvSpPr>
          <p:cNvPr id="3" name="Subtitle 2">
            <a:extLst>
              <a:ext uri="{FF2B5EF4-FFF2-40B4-BE49-F238E27FC236}">
                <a16:creationId xmlns:a16="http://schemas.microsoft.com/office/drawing/2014/main" id="{8763DBBF-E63D-81E5-E7CE-32F6F2C2F935}"/>
              </a:ext>
            </a:extLst>
          </p:cNvPr>
          <p:cNvSpPr>
            <a:spLocks noGrp="1"/>
          </p:cNvSpPr>
          <p:nvPr>
            <p:ph type="subTitle" idx="1" hasCustomPrompt="1"/>
          </p:nvPr>
        </p:nvSpPr>
        <p:spPr>
          <a:xfrm>
            <a:off x="5943598" y="3657600"/>
            <a:ext cx="5120640" cy="1828800"/>
          </a:xfrm>
        </p:spPr>
        <p:txBody>
          <a:bodyPr anchor="t" anchorCtr="0">
            <a:noAutofit/>
          </a:bodyPr>
          <a:lstStyle>
            <a:lvl1pPr marL="0" indent="0" algn="l">
              <a:buNone/>
              <a:defRPr sz="32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5" name="Picture Placeholder 14">
            <a:extLst>
              <a:ext uri="{FF2B5EF4-FFF2-40B4-BE49-F238E27FC236}">
                <a16:creationId xmlns:a16="http://schemas.microsoft.com/office/drawing/2014/main" id="{64033732-ADA1-C540-7276-3FF5CDEF2C5E}"/>
              </a:ext>
            </a:extLst>
          </p:cNvPr>
          <p:cNvSpPr>
            <a:spLocks noGrp="1"/>
          </p:cNvSpPr>
          <p:nvPr>
            <p:ph type="pic" sz="quarter" idx="10"/>
          </p:nvPr>
        </p:nvSpPr>
        <p:spPr>
          <a:xfrm>
            <a:off x="904238" y="1157224"/>
            <a:ext cx="4500562" cy="4521200"/>
          </a:xfrm>
          <a:prstGeom prst="ellipse">
            <a:avLst/>
          </a:prstGeom>
          <a:solidFill>
            <a:schemeClr val="accent2"/>
          </a:solidFill>
        </p:spPr>
        <p:txBody>
          <a:bodyPr/>
          <a:lstStyle>
            <a:lvl1pPr marL="0" indent="0" algn="ctr">
              <a:buNone/>
              <a:defRPr sz="2000"/>
            </a:lvl1pPr>
          </a:lstStyle>
          <a:p>
            <a:r>
              <a:rPr lang="en-US" dirty="0"/>
              <a:t>Click icon to add picture</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8238562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2">
    <p:bg>
      <p:bgPr>
        <a:solidFill>
          <a:schemeClr val="accent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CCEDB282-8288-C81F-52B5-048A3E80C931}"/>
              </a:ext>
              <a:ext uri="{C183D7F6-B498-43B3-948B-1728B52AA6E4}">
                <adec:decorative xmlns:adec="http://schemas.microsoft.com/office/drawing/2017/decorative" val="1"/>
              </a:ext>
            </a:extLst>
          </p:cNvPr>
          <p:cNvGrpSpPr/>
          <p:nvPr userDrawn="1"/>
        </p:nvGrpSpPr>
        <p:grpSpPr>
          <a:xfrm>
            <a:off x="0" y="-1"/>
            <a:ext cx="12208822" cy="6858003"/>
            <a:chOff x="0" y="-1"/>
            <a:chExt cx="12208822" cy="6858003"/>
          </a:xfrm>
        </p:grpSpPr>
        <p:sp>
          <p:nvSpPr>
            <p:cNvPr id="7" name="Rectangle 6">
              <a:extLst>
                <a:ext uri="{FF2B5EF4-FFF2-40B4-BE49-F238E27FC236}">
                  <a16:creationId xmlns:a16="http://schemas.microsoft.com/office/drawing/2014/main" id="{2A62587F-7496-384A-AF40-18FC8CF0709D}"/>
                </a:ext>
              </a:extLst>
            </p:cNvPr>
            <p:cNvSpPr/>
            <p:nvPr userDrawn="1"/>
          </p:nvSpPr>
          <p:spPr>
            <a:xfrm>
              <a:off x="0" y="2286002"/>
              <a:ext cx="12208822"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11">
              <a:extLst>
                <a:ext uri="{FF2B5EF4-FFF2-40B4-BE49-F238E27FC236}">
                  <a16:creationId xmlns:a16="http://schemas.microsoft.com/office/drawing/2014/main" id="{84DB028B-A475-224B-B675-A15A56CAD0BF}"/>
                </a:ext>
              </a:extLst>
            </p:cNvPr>
            <p:cNvSpPr/>
            <p:nvPr userDrawn="1"/>
          </p:nvSpPr>
          <p:spPr>
            <a:xfrm flipH="1">
              <a:off x="8597718"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61C34955-105B-4D4D-B51D-754C5D38A85D}"/>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14">
              <a:extLst>
                <a:ext uri="{FF2B5EF4-FFF2-40B4-BE49-F238E27FC236}">
                  <a16:creationId xmlns:a16="http://schemas.microsoft.com/office/drawing/2014/main" id="{2734DEB1-EC02-2E42-9292-4ADD115060A5}"/>
                </a:ext>
              </a:extLst>
            </p:cNvPr>
            <p:cNvSpPr/>
            <p:nvPr userDrawn="1"/>
          </p:nvSpPr>
          <p:spPr>
            <a:xfrm rot="5400000" flipH="1" flipV="1">
              <a:off x="10344100" y="438098"/>
              <a:ext cx="2285999" cy="1409801"/>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3" name="Title 1">
            <a:extLst>
              <a:ext uri="{FF2B5EF4-FFF2-40B4-BE49-F238E27FC236}">
                <a16:creationId xmlns:a16="http://schemas.microsoft.com/office/drawing/2014/main" id="{5E932F0D-7FC3-634B-932C-3625C16C8DE2}"/>
              </a:ext>
            </a:extLst>
          </p:cNvPr>
          <p:cNvSpPr>
            <a:spLocks noGrp="1"/>
          </p:cNvSpPr>
          <p:nvPr>
            <p:ph type="title" hasCustomPrompt="1"/>
          </p:nvPr>
        </p:nvSpPr>
        <p:spPr>
          <a:xfrm>
            <a:off x="1167492" y="45085"/>
            <a:ext cx="9779183" cy="1600835"/>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CA1EED44-783E-8705-4119-D7E9F7D4F2B4}"/>
              </a:ext>
            </a:extLst>
          </p:cNvPr>
          <p:cNvSpPr>
            <a:spLocks noGrp="1"/>
          </p:cNvSpPr>
          <p:nvPr>
            <p:ph idx="14" hasCustomPrompt="1"/>
          </p:nvPr>
        </p:nvSpPr>
        <p:spPr>
          <a:xfrm>
            <a:off x="1166087" y="2652713"/>
            <a:ext cx="9780587" cy="3436936"/>
          </a:xfrm>
        </p:spPr>
        <p:txBody>
          <a:bodyPr>
            <a:normAutofit/>
          </a:bodyPr>
          <a:lstStyle>
            <a:lvl1pPr marL="342900" indent="-283464">
              <a:spcBef>
                <a:spcPts val="1000"/>
              </a:spcBef>
              <a:buFont typeface="Arial" panose="020B0604020202020204" pitchFamily="34" charset="0"/>
              <a:buChar char="•"/>
              <a:defRPr sz="2000">
                <a:solidFill>
                  <a:schemeClr val="bg1"/>
                </a:solidFill>
                <a:latin typeface="+mn-lt"/>
              </a:defRPr>
            </a:lvl1pPr>
            <a:lvl2pPr marL="566928" indent="-283464">
              <a:spcBef>
                <a:spcPts val="1000"/>
              </a:spcBef>
              <a:buFont typeface="Arial" panose="020B0604020202020204" pitchFamily="34" charset="0"/>
              <a:buChar char="•"/>
              <a:defRPr sz="2000">
                <a:solidFill>
                  <a:schemeClr val="bg1"/>
                </a:solidFill>
                <a:latin typeface="+mn-lt"/>
              </a:defRPr>
            </a:lvl2pPr>
            <a:lvl3pPr marL="850392" indent="-283464">
              <a:spcBef>
                <a:spcPts val="1000"/>
              </a:spcBef>
              <a:buFont typeface="Arial" panose="020B0604020202020204" pitchFamily="34" charset="0"/>
              <a:buChar char="•"/>
              <a:defRPr sz="2000">
                <a:solidFill>
                  <a:schemeClr val="bg1"/>
                </a:solidFill>
                <a:latin typeface="+mn-lt"/>
              </a:defRPr>
            </a:lvl3pPr>
            <a:lvl4pPr marL="1097280" indent="-283464">
              <a:spcBef>
                <a:spcPts val="1000"/>
              </a:spcBef>
              <a:buFont typeface="Arial" panose="020B0604020202020204" pitchFamily="34" charset="0"/>
              <a:buChar char="•"/>
              <a:defRPr sz="2000">
                <a:solidFill>
                  <a:schemeClr val="bg1"/>
                </a:solidFill>
                <a:latin typeface="+mn-lt"/>
              </a:defRPr>
            </a:lvl4pPr>
            <a:lvl5pPr marL="1371600" indent="-283464">
              <a:spcBef>
                <a:spcPts val="1000"/>
              </a:spcBef>
              <a:buFont typeface="Arial" panose="020B0604020202020204" pitchFamily="34" charset="0"/>
              <a:buChar char="•"/>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E95D4F5-F69B-42F6-8A9D-330F696E144B}"/>
              </a:ext>
            </a:extLst>
          </p:cNvPr>
          <p:cNvSpPr>
            <a:spLocks noGrp="1"/>
          </p:cNvSpPr>
          <p:nvPr>
            <p:ph type="dt" sz="half" idx="10"/>
          </p:nvPr>
        </p:nvSpPr>
        <p:spPr/>
        <p:txBody>
          <a:bodyPr>
            <a:noAutofit/>
          </a:bodyPr>
          <a:lstStyle>
            <a:lvl1pPr>
              <a:defRPr>
                <a:solidFill>
                  <a:schemeClr val="accent2"/>
                </a:solidFill>
                <a:latin typeface="+mn-lt"/>
              </a:defRPr>
            </a:lvl1pPr>
          </a:lstStyle>
          <a:p>
            <a:r>
              <a:rPr lang="en-US" dirty="0"/>
              <a:t>9/8/20XX</a:t>
            </a:r>
          </a:p>
        </p:txBody>
      </p:sp>
      <p:sp>
        <p:nvSpPr>
          <p:cNvPr id="5" name="Footer Placeholder 4">
            <a:extLst>
              <a:ext uri="{FF2B5EF4-FFF2-40B4-BE49-F238E27FC236}">
                <a16:creationId xmlns:a16="http://schemas.microsoft.com/office/drawing/2014/main" id="{FA79A23A-2238-4904-8692-9F2DAE8B8FC9}"/>
              </a:ext>
            </a:extLst>
          </p:cNvPr>
          <p:cNvSpPr>
            <a:spLocks noGrp="1"/>
          </p:cNvSpPr>
          <p:nvPr>
            <p:ph type="ftr" sz="quarter" idx="11"/>
          </p:nvPr>
        </p:nvSpPr>
        <p:spPr/>
        <p:txBody>
          <a:bodyPr>
            <a:noAutofit/>
          </a:bodyPr>
          <a:lstStyle>
            <a:lvl1pPr>
              <a:defRPr>
                <a:solidFill>
                  <a:schemeClr val="accent2"/>
                </a:solidFill>
                <a:latin typeface="+mn-lt"/>
              </a:defRPr>
            </a:lvl1pPr>
          </a:lstStyle>
          <a:p>
            <a:endParaRPr lang="en-US" dirty="0"/>
          </a:p>
        </p:txBody>
      </p:sp>
      <p:sp>
        <p:nvSpPr>
          <p:cNvPr id="6" name="Slide Number Placeholder 5">
            <a:extLst>
              <a:ext uri="{FF2B5EF4-FFF2-40B4-BE49-F238E27FC236}">
                <a16:creationId xmlns:a16="http://schemas.microsoft.com/office/drawing/2014/main" id="{DB69FC35-DDC8-45FB-8ACB-21C15F57C1F1}"/>
              </a:ext>
            </a:extLst>
          </p:cNvPr>
          <p:cNvSpPr>
            <a:spLocks noGrp="1"/>
          </p:cNvSpPr>
          <p:nvPr>
            <p:ph type="sldNum" sz="quarter" idx="12"/>
          </p:nvPr>
        </p:nvSpPr>
        <p:spPr>
          <a:xfrm>
            <a:off x="10206318" y="6356350"/>
            <a:ext cx="1604682" cy="365125"/>
          </a:xfrm>
        </p:spPr>
        <p:txBody>
          <a:bodyPr>
            <a:noAutofit/>
          </a:bodyPr>
          <a:lstStyle>
            <a:lvl1pPr>
              <a:defRPr>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8831769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Section title">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95FBCE6F-2AA9-31FE-8148-33B480735599}"/>
              </a:ext>
              <a:ext uri="{C183D7F6-B498-43B3-948B-1728B52AA6E4}">
                <adec:decorative xmlns:adec="http://schemas.microsoft.com/office/drawing/2017/decorative" val="1"/>
              </a:ext>
            </a:extLst>
          </p:cNvPr>
          <p:cNvGrpSpPr/>
          <p:nvPr userDrawn="1"/>
        </p:nvGrpSpPr>
        <p:grpSpPr>
          <a:xfrm>
            <a:off x="0" y="0"/>
            <a:ext cx="12192000" cy="6858000"/>
            <a:chOff x="0" y="0"/>
            <a:chExt cx="12192000" cy="6858000"/>
          </a:xfrm>
        </p:grpSpPr>
        <p:sp>
          <p:nvSpPr>
            <p:cNvPr id="23" name="Freeform 22">
              <a:extLst>
                <a:ext uri="{FF2B5EF4-FFF2-40B4-BE49-F238E27FC236}">
                  <a16:creationId xmlns:a16="http://schemas.microsoft.com/office/drawing/2014/main" id="{067EACEC-C2DD-EA42-8504-176673AD1F20}"/>
                </a:ext>
              </a:extLst>
            </p:cNvPr>
            <p:cNvSpPr/>
            <p:nvPr userDrawn="1"/>
          </p:nvSpPr>
          <p:spPr>
            <a:xfrm>
              <a:off x="0" y="0"/>
              <a:ext cx="8025490" cy="6858000"/>
            </a:xfrm>
            <a:custGeom>
              <a:avLst/>
              <a:gdLst>
                <a:gd name="connsiteX0" fmla="*/ 0 w 8025490"/>
                <a:gd name="connsiteY0" fmla="*/ 0 h 6858000"/>
                <a:gd name="connsiteX1" fmla="*/ 4596490 w 8025490"/>
                <a:gd name="connsiteY1" fmla="*/ 0 h 6858000"/>
                <a:gd name="connsiteX2" fmla="*/ 8025490 w 8025490"/>
                <a:gd name="connsiteY2" fmla="*/ 3429000 h 6858000"/>
                <a:gd name="connsiteX3" fmla="*/ 4596490 w 8025490"/>
                <a:gd name="connsiteY3" fmla="*/ 6858000 h 6858000"/>
                <a:gd name="connsiteX4" fmla="*/ 0 w 802549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5490" h="6858000">
                  <a:moveTo>
                    <a:pt x="0" y="0"/>
                  </a:moveTo>
                  <a:lnTo>
                    <a:pt x="4596490" y="0"/>
                  </a:lnTo>
                  <a:cubicBezTo>
                    <a:pt x="6490274" y="0"/>
                    <a:pt x="8025490" y="1535216"/>
                    <a:pt x="8025490" y="3429000"/>
                  </a:cubicBezTo>
                  <a:cubicBezTo>
                    <a:pt x="8025490" y="5322784"/>
                    <a:pt x="6490274" y="6858000"/>
                    <a:pt x="4596490" y="6858000"/>
                  </a:cubicBez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6" name="Group 5">
              <a:extLst>
                <a:ext uri="{FF2B5EF4-FFF2-40B4-BE49-F238E27FC236}">
                  <a16:creationId xmlns:a16="http://schemas.microsoft.com/office/drawing/2014/main" id="{89843C7E-5704-7A46-8974-F3BFA42E7310}"/>
                </a:ext>
              </a:extLst>
            </p:cNvPr>
            <p:cNvGrpSpPr/>
            <p:nvPr userDrawn="1"/>
          </p:nvGrpSpPr>
          <p:grpSpPr>
            <a:xfrm rot="16200000">
              <a:off x="8286528" y="2207195"/>
              <a:ext cx="3032351" cy="2443610"/>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7" name="Freeform 16">
              <a:extLst>
                <a:ext uri="{FF2B5EF4-FFF2-40B4-BE49-F238E27FC236}">
                  <a16:creationId xmlns:a16="http://schemas.microsoft.com/office/drawing/2014/main" id="{0B179973-08D2-EF40-B516-35E75E906394}"/>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17">
              <a:extLst>
                <a:ext uri="{FF2B5EF4-FFF2-40B4-BE49-F238E27FC236}">
                  <a16:creationId xmlns:a16="http://schemas.microsoft.com/office/drawing/2014/main" id="{6C811FF3-E48A-194D-8022-65F8C3A17449}"/>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4" y="177553"/>
            <a:ext cx="6245912" cy="3269447"/>
          </a:xfrm>
        </p:spPr>
        <p:txBody>
          <a:bodyPr bIns="0" anchor="b">
            <a:noAutofit/>
          </a:bodyPr>
          <a:lstStyle>
            <a:lvl1pPr algn="l">
              <a:defRPr sz="6000" b="1">
                <a:solidFill>
                  <a:schemeClr val="bg1"/>
                </a:solidFill>
                <a:latin typeface="+mj-lt"/>
              </a:defRPr>
            </a:lvl1pPr>
          </a:lstStyle>
          <a:p>
            <a:r>
              <a:rPr lang="en-US" dirty="0"/>
              <a:t>Click to add title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hasCustomPrompt="1"/>
          </p:nvPr>
        </p:nvSpPr>
        <p:spPr>
          <a:xfrm>
            <a:off x="1167494" y="3492896"/>
            <a:ext cx="6245912" cy="912850"/>
          </a:xfrm>
        </p:spPr>
        <p:txBody>
          <a:bodyPr anchor="ctr" anchorCtr="0">
            <a:noAutofit/>
          </a:bodyPr>
          <a:lstStyle>
            <a:lvl1pPr marL="0" indent="0" algn="l">
              <a:buNone/>
              <a:defRPr sz="32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9865294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2 Column Content">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14DB56B5-5DD7-95E3-52B2-EDC4B3F13058}"/>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Freeform 5">
              <a:extLst>
                <a:ext uri="{FF2B5EF4-FFF2-40B4-BE49-F238E27FC236}">
                  <a16:creationId xmlns:a16="http://schemas.microsoft.com/office/drawing/2014/main" id="{D11C9832-A021-954E-A34F-2988D1189AE9}"/>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6526"/>
            <a:ext cx="9601200" cy="1653371"/>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23984"/>
            <a:ext cx="4663440" cy="3332832"/>
          </a:xfrm>
        </p:spPr>
        <p:txBody>
          <a:bodyPr>
            <a:normAutofit/>
          </a:bodyPr>
          <a:lstStyle>
            <a:lvl1pPr marL="0" indent="0">
              <a:spcBef>
                <a:spcPts val="1000"/>
              </a:spcBef>
              <a:buFont typeface="Arial" panose="020B0604020202020204" pitchFamily="34" charset="0"/>
              <a:buNone/>
              <a:defRPr sz="2000">
                <a:latin typeface="+mn-lt"/>
              </a:defRPr>
            </a:lvl1pPr>
            <a:lvl2pPr marL="283464" indent="-283464">
              <a:spcBef>
                <a:spcPts val="1000"/>
              </a:spcBef>
              <a:buFont typeface="Arial" panose="020B0604020202020204" pitchFamily="34" charset="0"/>
              <a:buChar char="•"/>
              <a:defRPr sz="2000">
                <a:latin typeface="+mn-lt"/>
              </a:defRPr>
            </a:lvl2pPr>
            <a:lvl3pPr marL="566928" indent="-283464">
              <a:spcBef>
                <a:spcPts val="1000"/>
              </a:spcBef>
              <a:buFont typeface="Arial" panose="020B0604020202020204" pitchFamily="34" charset="0"/>
              <a:buChar char="•"/>
              <a:defRPr sz="2000">
                <a:latin typeface="+mn-lt"/>
              </a:defRPr>
            </a:lvl3pPr>
            <a:lvl4pPr marL="850392" indent="-283464">
              <a:spcBef>
                <a:spcPts val="1000"/>
              </a:spcBef>
              <a:buFont typeface="Arial" panose="020B0604020202020204" pitchFamily="34" charset="0"/>
              <a:buChar char="•"/>
              <a:defRPr sz="2000">
                <a:latin typeface="+mn-lt"/>
              </a:defRPr>
            </a:lvl4pPr>
            <a:lvl5pPr marL="1133856" indent="-283464">
              <a:spcBef>
                <a:spcPts val="1000"/>
              </a:spcBef>
              <a:buFont typeface="Arial" panose="020B0604020202020204" pitchFamily="34" charset="0"/>
              <a:buChar char="•"/>
              <a:defRPr sz="20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a:extLst>
              <a:ext uri="{FF2B5EF4-FFF2-40B4-BE49-F238E27FC236}">
                <a16:creationId xmlns:a16="http://schemas.microsoft.com/office/drawing/2014/main" id="{94CA559C-3355-DE44-ACF9-BDB6083C4225}"/>
              </a:ext>
            </a:extLst>
          </p:cNvPr>
          <p:cNvSpPr>
            <a:spLocks noGrp="1"/>
          </p:cNvSpPr>
          <p:nvPr>
            <p:ph idx="10" hasCustomPrompt="1"/>
          </p:nvPr>
        </p:nvSpPr>
        <p:spPr>
          <a:xfrm>
            <a:off x="6283235" y="2023984"/>
            <a:ext cx="4663440" cy="3332832"/>
          </a:xfrm>
        </p:spPr>
        <p:txBody>
          <a:bodyPr>
            <a:normAutofit/>
          </a:bodyPr>
          <a:lstStyle>
            <a:lvl1pPr marL="0" indent="0">
              <a:spcBef>
                <a:spcPts val="1000"/>
              </a:spcBef>
              <a:buFont typeface="Arial" panose="020B0604020202020204" pitchFamily="34" charset="0"/>
              <a:buNone/>
              <a:defRPr sz="2000">
                <a:latin typeface="+mn-lt"/>
              </a:defRPr>
            </a:lvl1pPr>
            <a:lvl2pPr marL="283464" indent="-283464">
              <a:spcBef>
                <a:spcPts val="1000"/>
              </a:spcBef>
              <a:buFont typeface="Arial" panose="020B0604020202020204" pitchFamily="34" charset="0"/>
              <a:buChar char="•"/>
              <a:defRPr sz="2000">
                <a:latin typeface="+mn-lt"/>
              </a:defRPr>
            </a:lvl2pPr>
            <a:lvl3pPr marL="566928" indent="-283464">
              <a:spcBef>
                <a:spcPts val="1000"/>
              </a:spcBef>
              <a:buFont typeface="Arial" panose="020B0604020202020204" pitchFamily="34" charset="0"/>
              <a:buChar char="•"/>
              <a:defRPr sz="2000">
                <a:latin typeface="+mn-lt"/>
              </a:defRPr>
            </a:lvl3pPr>
            <a:lvl4pPr marL="850392" indent="-283464">
              <a:spcBef>
                <a:spcPts val="1000"/>
              </a:spcBef>
              <a:buFont typeface="Arial" panose="020B0604020202020204" pitchFamily="34" charset="0"/>
              <a:buChar char="•"/>
              <a:defRPr sz="2000">
                <a:latin typeface="+mn-lt"/>
              </a:defRPr>
            </a:lvl4pPr>
            <a:lvl5pPr marL="1133856" indent="-283464">
              <a:spcBef>
                <a:spcPts val="1000"/>
              </a:spcBef>
              <a:buFont typeface="Arial" panose="020B0604020202020204" pitchFamily="34" charset="0"/>
              <a:buChar char="•"/>
              <a:defRPr sz="20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7678435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2 content">
    <p:bg>
      <p:bgPr>
        <a:solidFill>
          <a:schemeClr val="accent1"/>
        </a:solid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1A0E8D4A-B13C-C7EE-5E27-278124A1276E}"/>
              </a:ext>
              <a:ext uri="{C183D7F6-B498-43B3-948B-1728B52AA6E4}">
                <adec:decorative xmlns:adec="http://schemas.microsoft.com/office/drawing/2017/decorative" val="1"/>
              </a:ext>
            </a:extLst>
          </p:cNvPr>
          <p:cNvGrpSpPr/>
          <p:nvPr userDrawn="1"/>
        </p:nvGrpSpPr>
        <p:grpSpPr>
          <a:xfrm>
            <a:off x="1" y="1"/>
            <a:ext cx="12191999" cy="6857999"/>
            <a:chOff x="1" y="1"/>
            <a:chExt cx="12191999" cy="6857999"/>
          </a:xfrm>
        </p:grpSpPr>
        <p:sp>
          <p:nvSpPr>
            <p:cNvPr id="4" name="Freeform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Lst>
            </p:cNvPr>
            <p:cNvSpPr/>
            <p:nvPr userDrawn="1"/>
          </p:nvSpPr>
          <p:spPr>
            <a:xfrm rot="5400000" flipH="1">
              <a:off x="1"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69008"/>
            <a:ext cx="9779183" cy="1706563"/>
          </a:xfrm>
        </p:spPr>
        <p:txBody>
          <a:bodyPr anchor="b">
            <a:noAutofit/>
          </a:bodyPr>
          <a:lstStyle>
            <a:lvl1pPr>
              <a:defRPr sz="4200" b="1">
                <a:solidFill>
                  <a:schemeClr val="bg1"/>
                </a:solidFill>
                <a:latin typeface="+mj-lt"/>
              </a:defRPr>
            </a:lvl1pPr>
          </a:lstStyle>
          <a:p>
            <a:r>
              <a:rPr lang="en-US" dirty="0"/>
              <a:t>Click to add title</a:t>
            </a:r>
          </a:p>
        </p:txBody>
      </p:sp>
      <p:sp>
        <p:nvSpPr>
          <p:cNvPr id="14" name="Content Placeholder 2">
            <a:extLst>
              <a:ext uri="{FF2B5EF4-FFF2-40B4-BE49-F238E27FC236}">
                <a16:creationId xmlns:a16="http://schemas.microsoft.com/office/drawing/2014/main" id="{926B296A-EB6A-9BE9-E813-B15C46524F4D}"/>
              </a:ext>
            </a:extLst>
          </p:cNvPr>
          <p:cNvSpPr>
            <a:spLocks noGrp="1"/>
          </p:cNvSpPr>
          <p:nvPr>
            <p:ph idx="12" hasCustomPrompt="1"/>
          </p:nvPr>
        </p:nvSpPr>
        <p:spPr>
          <a:xfrm>
            <a:off x="1167493" y="2023984"/>
            <a:ext cx="4663440" cy="3332832"/>
          </a:xfrm>
        </p:spPr>
        <p:txBody>
          <a:bodyPr>
            <a:normAutofit/>
          </a:bodyPr>
          <a:lstStyle>
            <a:lvl1pPr marL="530352" indent="-530352">
              <a:spcBef>
                <a:spcPts val="1000"/>
              </a:spcBef>
              <a:buFont typeface="+mj-lt"/>
              <a:buAutoNum type="arabicPeriod"/>
              <a:defRPr sz="2000">
                <a:solidFill>
                  <a:schemeClr val="bg1"/>
                </a:solidFill>
                <a:latin typeface="+mn-lt"/>
              </a:defRPr>
            </a:lvl1pPr>
            <a:lvl2pPr marL="1097280" indent="-530352">
              <a:spcBef>
                <a:spcPts val="1000"/>
              </a:spcBef>
              <a:buFont typeface="+mj-lt"/>
              <a:buAutoNum type="alphaLcPeriod"/>
              <a:defRPr sz="2000">
                <a:solidFill>
                  <a:schemeClr val="bg1"/>
                </a:solidFill>
                <a:latin typeface="+mn-lt"/>
              </a:defRPr>
            </a:lvl2pPr>
            <a:lvl3pPr marL="1645920" indent="-530352">
              <a:spcBef>
                <a:spcPts val="1000"/>
              </a:spcBef>
              <a:buFont typeface="+mj-lt"/>
              <a:buAutoNum type="arabicParenR"/>
              <a:defRPr sz="2000">
                <a:solidFill>
                  <a:schemeClr val="bg1"/>
                </a:solidFill>
                <a:latin typeface="+mn-lt"/>
              </a:defRPr>
            </a:lvl3pPr>
            <a:lvl4pPr marL="1920240" indent="-530352">
              <a:spcBef>
                <a:spcPts val="1000"/>
              </a:spcBef>
              <a:buFont typeface="+mj-lt"/>
              <a:buAutoNum type="alphaLcParenR"/>
              <a:defRPr sz="2000">
                <a:solidFill>
                  <a:schemeClr val="bg1"/>
                </a:solidFill>
                <a:latin typeface="+mn-lt"/>
              </a:defRPr>
            </a:lvl4pPr>
            <a:lvl5pPr marL="2560320" indent="-514350">
              <a:spcBef>
                <a:spcPts val="1000"/>
              </a:spcBef>
              <a:buFont typeface="+mj-lt"/>
              <a:buAutoNum type="romanLcPeriod"/>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a:extLst>
              <a:ext uri="{FF2B5EF4-FFF2-40B4-BE49-F238E27FC236}">
                <a16:creationId xmlns:a16="http://schemas.microsoft.com/office/drawing/2014/main" id="{9435B7D5-E7F8-1267-8942-3C97BE836B98}"/>
              </a:ext>
            </a:extLst>
          </p:cNvPr>
          <p:cNvSpPr>
            <a:spLocks noGrp="1"/>
          </p:cNvSpPr>
          <p:nvPr>
            <p:ph idx="11" hasCustomPrompt="1"/>
          </p:nvPr>
        </p:nvSpPr>
        <p:spPr>
          <a:xfrm>
            <a:off x="6283235" y="2023984"/>
            <a:ext cx="4663440" cy="3332832"/>
          </a:xfrm>
        </p:spPr>
        <p:txBody>
          <a:bodyPr>
            <a:normAutofit/>
          </a:bodyPr>
          <a:lstStyle>
            <a:lvl1pPr marL="0" indent="0">
              <a:spcBef>
                <a:spcPts val="1000"/>
              </a:spcBef>
              <a:buFont typeface="Arial" panose="020B0604020202020204" pitchFamily="34" charset="0"/>
              <a:buNone/>
              <a:defRPr sz="2000">
                <a:solidFill>
                  <a:schemeClr val="bg1"/>
                </a:solidFill>
                <a:latin typeface="+mn-lt"/>
              </a:defRPr>
            </a:lvl1pPr>
            <a:lvl2pPr marL="283464" indent="-283464">
              <a:spcBef>
                <a:spcPts val="1000"/>
              </a:spcBef>
              <a:buFont typeface="Arial" panose="020B0604020202020204" pitchFamily="34" charset="0"/>
              <a:buChar char="•"/>
              <a:defRPr sz="2000">
                <a:solidFill>
                  <a:schemeClr val="bg1"/>
                </a:solidFill>
                <a:latin typeface="+mn-lt"/>
              </a:defRPr>
            </a:lvl2pPr>
            <a:lvl3pPr marL="566928" indent="-283464">
              <a:spcBef>
                <a:spcPts val="1000"/>
              </a:spcBef>
              <a:buFont typeface="Arial" panose="020B0604020202020204" pitchFamily="34" charset="0"/>
              <a:buChar char="•"/>
              <a:defRPr sz="2000">
                <a:solidFill>
                  <a:schemeClr val="bg1"/>
                </a:solidFill>
                <a:latin typeface="+mn-lt"/>
              </a:defRPr>
            </a:lvl3pPr>
            <a:lvl4pPr marL="850392" indent="-283464">
              <a:spcBef>
                <a:spcPts val="1000"/>
              </a:spcBef>
              <a:buFont typeface="Arial" panose="020B0604020202020204" pitchFamily="34" charset="0"/>
              <a:buChar char="•"/>
              <a:defRPr sz="2000">
                <a:solidFill>
                  <a:schemeClr val="bg1"/>
                </a:solidFill>
                <a:latin typeface="+mn-lt"/>
              </a:defRPr>
            </a:lvl4pPr>
            <a:lvl5pPr marL="1133856" indent="-283464">
              <a:spcBef>
                <a:spcPts val="1000"/>
              </a:spcBef>
              <a:buFont typeface="Arial" panose="020B0604020202020204" pitchFamily="34" charset="0"/>
              <a:buChar char="•"/>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2"/>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40204266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Title and Content and Image 1">
    <p:bg>
      <p:bgPr>
        <a:solidFill>
          <a:schemeClr val="accent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CCEDB282-8288-C81F-52B5-048A3E80C931}"/>
              </a:ext>
              <a:ext uri="{C183D7F6-B498-43B3-948B-1728B52AA6E4}">
                <adec:decorative xmlns:adec="http://schemas.microsoft.com/office/drawing/2017/decorative" val="1"/>
              </a:ext>
            </a:extLst>
          </p:cNvPr>
          <p:cNvGrpSpPr/>
          <p:nvPr userDrawn="1"/>
        </p:nvGrpSpPr>
        <p:grpSpPr>
          <a:xfrm>
            <a:off x="0" y="0"/>
            <a:ext cx="12208822" cy="6858002"/>
            <a:chOff x="0" y="0"/>
            <a:chExt cx="12208822" cy="6858002"/>
          </a:xfrm>
        </p:grpSpPr>
        <p:sp>
          <p:nvSpPr>
            <p:cNvPr id="7" name="Rectangle 6">
              <a:extLst>
                <a:ext uri="{FF2B5EF4-FFF2-40B4-BE49-F238E27FC236}">
                  <a16:creationId xmlns:a16="http://schemas.microsoft.com/office/drawing/2014/main" id="{2A62587F-7496-384A-AF40-18FC8CF0709D}"/>
                </a:ext>
              </a:extLst>
            </p:cNvPr>
            <p:cNvSpPr/>
            <p:nvPr userDrawn="1"/>
          </p:nvSpPr>
          <p:spPr>
            <a:xfrm>
              <a:off x="0" y="2286002"/>
              <a:ext cx="12208822"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11">
              <a:extLst>
                <a:ext uri="{FF2B5EF4-FFF2-40B4-BE49-F238E27FC236}">
                  <a16:creationId xmlns:a16="http://schemas.microsoft.com/office/drawing/2014/main" id="{84DB028B-A475-224B-B675-A15A56CAD0BF}"/>
                </a:ext>
              </a:extLst>
            </p:cNvPr>
            <p:cNvSpPr/>
            <p:nvPr userDrawn="1"/>
          </p:nvSpPr>
          <p:spPr>
            <a:xfrm flipH="1">
              <a:off x="8597718"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61C34955-105B-4D4D-B51D-754C5D38A85D}"/>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3" name="Title 1">
            <a:extLst>
              <a:ext uri="{FF2B5EF4-FFF2-40B4-BE49-F238E27FC236}">
                <a16:creationId xmlns:a16="http://schemas.microsoft.com/office/drawing/2014/main" id="{5E932F0D-7FC3-634B-932C-3625C16C8DE2}"/>
              </a:ext>
            </a:extLst>
          </p:cNvPr>
          <p:cNvSpPr>
            <a:spLocks noGrp="1"/>
          </p:cNvSpPr>
          <p:nvPr>
            <p:ph type="title" hasCustomPrompt="1"/>
          </p:nvPr>
        </p:nvSpPr>
        <p:spPr>
          <a:xfrm>
            <a:off x="1167492" y="457200"/>
            <a:ext cx="10643508" cy="1371600"/>
          </a:xfrm>
        </p:spPr>
        <p:txBody>
          <a:bodyPr anchor="b">
            <a:noAutofit/>
          </a:bodyPr>
          <a:lstStyle>
            <a:lvl1pPr>
              <a:defRPr sz="4200" b="1">
                <a:latin typeface="+mj-lt"/>
              </a:defRPr>
            </a:lvl1pPr>
          </a:lstStyle>
          <a:p>
            <a:r>
              <a:rPr lang="en-US" dirty="0"/>
              <a:t>Click to add title</a:t>
            </a:r>
          </a:p>
        </p:txBody>
      </p:sp>
      <p:sp>
        <p:nvSpPr>
          <p:cNvPr id="10" name="Content Placeholder 2">
            <a:extLst>
              <a:ext uri="{FF2B5EF4-FFF2-40B4-BE49-F238E27FC236}">
                <a16:creationId xmlns:a16="http://schemas.microsoft.com/office/drawing/2014/main" id="{B07A1CF7-9B3B-E43E-830E-DAB65B608249}"/>
              </a:ext>
            </a:extLst>
          </p:cNvPr>
          <p:cNvSpPr>
            <a:spLocks noGrp="1"/>
          </p:cNvSpPr>
          <p:nvPr>
            <p:ph idx="15" hasCustomPrompt="1"/>
          </p:nvPr>
        </p:nvSpPr>
        <p:spPr>
          <a:xfrm>
            <a:off x="1166088" y="2652713"/>
            <a:ext cx="5394959" cy="3436936"/>
          </a:xfrm>
        </p:spPr>
        <p:txBody>
          <a:bodyPr>
            <a:normAutofit/>
          </a:bodyPr>
          <a:lstStyle>
            <a:lvl1pPr marL="0" indent="0">
              <a:spcBef>
                <a:spcPts val="1000"/>
              </a:spcBef>
              <a:buFont typeface="Arial" panose="020B0604020202020204" pitchFamily="34" charset="0"/>
              <a:buNone/>
              <a:defRPr sz="2000">
                <a:solidFill>
                  <a:schemeClr val="bg1"/>
                </a:solidFill>
                <a:latin typeface="+mn-lt"/>
              </a:defRPr>
            </a:lvl1pPr>
            <a:lvl2pPr marL="283464" indent="-283464">
              <a:spcBef>
                <a:spcPts val="1000"/>
              </a:spcBef>
              <a:buFont typeface="Arial" panose="020B0604020202020204" pitchFamily="34" charset="0"/>
              <a:buChar char="•"/>
              <a:defRPr sz="2000">
                <a:solidFill>
                  <a:schemeClr val="bg1"/>
                </a:solidFill>
                <a:latin typeface="+mn-lt"/>
              </a:defRPr>
            </a:lvl2pPr>
            <a:lvl3pPr marL="566928" indent="-283464">
              <a:spcBef>
                <a:spcPts val="1000"/>
              </a:spcBef>
              <a:buFont typeface="Arial" panose="020B0604020202020204" pitchFamily="34" charset="0"/>
              <a:buChar char="•"/>
              <a:defRPr sz="2000">
                <a:solidFill>
                  <a:schemeClr val="bg1"/>
                </a:solidFill>
                <a:latin typeface="+mn-lt"/>
              </a:defRPr>
            </a:lvl3pPr>
            <a:lvl4pPr marL="850392" indent="-283464">
              <a:spcBef>
                <a:spcPts val="1000"/>
              </a:spcBef>
              <a:buFont typeface="Arial" panose="020B0604020202020204" pitchFamily="34" charset="0"/>
              <a:buChar char="•"/>
              <a:defRPr sz="2000">
                <a:solidFill>
                  <a:schemeClr val="bg1"/>
                </a:solidFill>
                <a:latin typeface="+mn-lt"/>
              </a:defRPr>
            </a:lvl4pPr>
            <a:lvl5pPr marL="1133856" indent="-283464">
              <a:spcBef>
                <a:spcPts val="1000"/>
              </a:spcBef>
              <a:buFont typeface="Arial" panose="020B0604020202020204" pitchFamily="34" charset="0"/>
              <a:buChar char="•"/>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14">
            <a:extLst>
              <a:ext uri="{FF2B5EF4-FFF2-40B4-BE49-F238E27FC236}">
                <a16:creationId xmlns:a16="http://schemas.microsoft.com/office/drawing/2014/main" id="{D976D8D6-3BDC-1908-3425-FEE3EEF51A26}"/>
              </a:ext>
            </a:extLst>
          </p:cNvPr>
          <p:cNvSpPr>
            <a:spLocks noGrp="1"/>
          </p:cNvSpPr>
          <p:nvPr>
            <p:ph type="pic" sz="quarter" idx="14"/>
          </p:nvPr>
        </p:nvSpPr>
        <p:spPr>
          <a:xfrm>
            <a:off x="7317920" y="1447800"/>
            <a:ext cx="4214010" cy="4214010"/>
          </a:xfrm>
          <a:prstGeom prst="ellipse">
            <a:avLst/>
          </a:prstGeom>
          <a:solidFill>
            <a:schemeClr val="accent2"/>
          </a:solidFill>
        </p:spPr>
        <p:txBody>
          <a:bodyPr/>
          <a:lstStyle>
            <a:lvl1pPr marL="0" indent="0" algn="ctr">
              <a:buNone/>
              <a:defRPr sz="2000"/>
            </a:lvl1pPr>
          </a:lstStyle>
          <a:p>
            <a:r>
              <a:rPr lang="en-US" dirty="0"/>
              <a:t>Click icon to add picture</a:t>
            </a:r>
          </a:p>
        </p:txBody>
      </p:sp>
      <p:sp>
        <p:nvSpPr>
          <p:cNvPr id="4" name="Date Placeholder 3">
            <a:extLst>
              <a:ext uri="{FF2B5EF4-FFF2-40B4-BE49-F238E27FC236}">
                <a16:creationId xmlns:a16="http://schemas.microsoft.com/office/drawing/2014/main" id="{8E95D4F5-F69B-42F6-8A9D-330F696E144B}"/>
              </a:ext>
            </a:extLst>
          </p:cNvPr>
          <p:cNvSpPr>
            <a:spLocks noGrp="1"/>
          </p:cNvSpPr>
          <p:nvPr>
            <p:ph type="dt" sz="half" idx="10"/>
          </p:nvPr>
        </p:nvSpPr>
        <p:spPr/>
        <p:txBody>
          <a:bodyPr>
            <a:noAutofit/>
          </a:bodyPr>
          <a:lstStyle>
            <a:lvl1pPr>
              <a:defRPr>
                <a:solidFill>
                  <a:schemeClr val="accent2"/>
                </a:solidFill>
                <a:latin typeface="+mn-lt"/>
              </a:defRPr>
            </a:lvl1pPr>
          </a:lstStyle>
          <a:p>
            <a:r>
              <a:rPr lang="en-US" dirty="0"/>
              <a:t>9/8/20XX</a:t>
            </a:r>
          </a:p>
        </p:txBody>
      </p:sp>
      <p:sp>
        <p:nvSpPr>
          <p:cNvPr id="5" name="Footer Placeholder 4">
            <a:extLst>
              <a:ext uri="{FF2B5EF4-FFF2-40B4-BE49-F238E27FC236}">
                <a16:creationId xmlns:a16="http://schemas.microsoft.com/office/drawing/2014/main" id="{FA79A23A-2238-4904-8692-9F2DAE8B8FC9}"/>
              </a:ext>
            </a:extLst>
          </p:cNvPr>
          <p:cNvSpPr>
            <a:spLocks noGrp="1"/>
          </p:cNvSpPr>
          <p:nvPr>
            <p:ph type="ftr" sz="quarter" idx="11"/>
          </p:nvPr>
        </p:nvSpPr>
        <p:spPr/>
        <p:txBody>
          <a:bodyPr>
            <a:noAutofit/>
          </a:bodyPr>
          <a:lstStyle>
            <a:lvl1pPr>
              <a:defRPr>
                <a:solidFill>
                  <a:schemeClr val="accent2"/>
                </a:solidFill>
                <a:latin typeface="+mn-lt"/>
              </a:defRPr>
            </a:lvl1pPr>
          </a:lstStyle>
          <a:p>
            <a:endParaRPr lang="en-US" dirty="0"/>
          </a:p>
        </p:txBody>
      </p:sp>
      <p:sp>
        <p:nvSpPr>
          <p:cNvPr id="6" name="Slide Number Placeholder 5">
            <a:extLst>
              <a:ext uri="{FF2B5EF4-FFF2-40B4-BE49-F238E27FC236}">
                <a16:creationId xmlns:a16="http://schemas.microsoft.com/office/drawing/2014/main" id="{DB69FC35-DDC8-45FB-8ACB-21C15F57C1F1}"/>
              </a:ext>
            </a:extLst>
          </p:cNvPr>
          <p:cNvSpPr>
            <a:spLocks noGrp="1"/>
          </p:cNvSpPr>
          <p:nvPr>
            <p:ph type="sldNum" sz="quarter" idx="12"/>
          </p:nvPr>
        </p:nvSpPr>
        <p:spPr>
          <a:xfrm>
            <a:off x="10206318" y="6356350"/>
            <a:ext cx="1604682" cy="365125"/>
          </a:xfrm>
        </p:spPr>
        <p:txBody>
          <a:bodyPr>
            <a:noAutofit/>
          </a:bodyPr>
          <a:lstStyle>
            <a:lvl1pPr>
              <a:defRPr>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41930305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SmartArt 2">
    <p:bg>
      <p:bgPr>
        <a:solidFill>
          <a:schemeClr val="accent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ABA2A58C-57B7-834C-8F5C-3299322411B1}"/>
              </a:ext>
              <a:ext uri="{C183D7F6-B498-43B3-948B-1728B52AA6E4}">
                <adec:decorative xmlns:adec="http://schemas.microsoft.com/office/drawing/2017/decorative" val="1"/>
              </a:ext>
            </a:extLst>
          </p:cNvPr>
          <p:cNvGrpSpPr/>
          <p:nvPr userDrawn="1"/>
        </p:nvGrpSpPr>
        <p:grpSpPr>
          <a:xfrm rot="16200000">
            <a:off x="10772262" y="152641"/>
            <a:ext cx="1572380" cy="1267097"/>
            <a:chOff x="7413403" y="4976359"/>
            <a:chExt cx="2334986" cy="1881641"/>
          </a:xfrm>
        </p:grpSpPr>
        <p:sp>
          <p:nvSpPr>
            <p:cNvPr id="13" name="Freeform 12">
              <a:extLst>
                <a:ext uri="{FF2B5EF4-FFF2-40B4-BE49-F238E27FC236}">
                  <a16:creationId xmlns:a16="http://schemas.microsoft.com/office/drawing/2014/main" id="{801D8067-144A-FE48-AF1E-529B662DCAD3}"/>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2ECA7D87-C78C-C140-AA28-C0FB20209045}"/>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457200"/>
            <a:ext cx="9692640" cy="1371600"/>
          </a:xfrm>
        </p:spPr>
        <p:txBody>
          <a:bodyPr anchor="b">
            <a:noAutofit/>
          </a:bodyPr>
          <a:lstStyle>
            <a:lvl1pPr>
              <a:defRPr sz="4200" b="1">
                <a:latin typeface="+mj-lt"/>
              </a:defRPr>
            </a:lvl1pPr>
          </a:lstStyle>
          <a:p>
            <a:r>
              <a:rPr lang="en-US" dirty="0"/>
              <a:t>Click to add title</a:t>
            </a:r>
          </a:p>
        </p:txBody>
      </p:sp>
      <p:sp>
        <p:nvSpPr>
          <p:cNvPr id="4" name="Content Placeholder 2">
            <a:extLst>
              <a:ext uri="{FF2B5EF4-FFF2-40B4-BE49-F238E27FC236}">
                <a16:creationId xmlns:a16="http://schemas.microsoft.com/office/drawing/2014/main" id="{C45E425B-455F-127B-1647-045FD094F15D}"/>
              </a:ext>
            </a:extLst>
          </p:cNvPr>
          <p:cNvSpPr>
            <a:spLocks noGrp="1"/>
          </p:cNvSpPr>
          <p:nvPr>
            <p:ph idx="10" hasCustomPrompt="1"/>
          </p:nvPr>
        </p:nvSpPr>
        <p:spPr>
          <a:xfrm>
            <a:off x="1167493" y="2087561"/>
            <a:ext cx="2693306" cy="3890543"/>
          </a:xfrm>
        </p:spPr>
        <p:txBody>
          <a:bodyPr>
            <a:noAutofit/>
          </a:bodyPr>
          <a:lstStyle>
            <a:lvl1pPr marL="0" indent="0">
              <a:buNone/>
              <a:defRPr sz="2000">
                <a:latin typeface="+mn-lt"/>
              </a:defRPr>
            </a:lvl1pPr>
            <a:lvl2pPr marL="457200" indent="0">
              <a:buNone/>
              <a:defRPr sz="2000">
                <a:latin typeface="+mn-lt"/>
              </a:defRPr>
            </a:lvl2pPr>
            <a:lvl3pPr marL="914400" indent="0">
              <a:buNone/>
              <a:defRPr sz="2000">
                <a:latin typeface="+mn-lt"/>
              </a:defRPr>
            </a:lvl3pPr>
            <a:lvl4pPr marL="1371600" indent="0">
              <a:buNone/>
              <a:defRPr sz="2000">
                <a:latin typeface="+mn-lt"/>
              </a:defRPr>
            </a:lvl4pPr>
            <a:lvl5pPr marL="1828800" indent="0">
              <a:buNone/>
              <a:defRPr sz="20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4216400" y="2087563"/>
            <a:ext cx="6730274" cy="3890543"/>
          </a:xfrm>
        </p:spPr>
        <p:txBody>
          <a:bodyPr>
            <a:no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8270985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itle and Content and Image 2">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79F46B00-4AE8-52A2-6926-FC2F5DD1FAD4}"/>
              </a:ext>
              <a:ext uri="{C183D7F6-B498-43B3-948B-1728B52AA6E4}">
                <adec:decorative xmlns:adec="http://schemas.microsoft.com/office/drawing/2017/decorative" val="1"/>
              </a:ext>
            </a:extLst>
          </p:cNvPr>
          <p:cNvGrpSpPr/>
          <p:nvPr userDrawn="1"/>
        </p:nvGrpSpPr>
        <p:grpSpPr>
          <a:xfrm>
            <a:off x="-2364" y="0"/>
            <a:ext cx="12194364" cy="6858000"/>
            <a:chOff x="-2364" y="0"/>
            <a:chExt cx="12194364" cy="6858000"/>
          </a:xfrm>
        </p:grpSpPr>
        <p:sp>
          <p:nvSpPr>
            <p:cNvPr id="4" name="Freeform 3">
              <a:extLst>
                <a:ext uri="{FF2B5EF4-FFF2-40B4-BE49-F238E27FC236}">
                  <a16:creationId xmlns:a16="http://schemas.microsoft.com/office/drawing/2014/main" id="{6A7F6A3F-E1DD-A246-9A6D-5F9B18BA2588}"/>
                </a:ext>
              </a:extLst>
            </p:cNvPr>
            <p:cNvSpPr/>
            <p:nvPr userDrawn="1"/>
          </p:nvSpPr>
          <p:spPr>
            <a:xfrm rot="5400000">
              <a:off x="8580896" y="0"/>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Lst>
            </p:cNvPr>
            <p:cNvSpPr/>
            <p:nvPr userDrawn="1"/>
          </p:nvSpPr>
          <p:spPr>
            <a:xfrm>
              <a:off x="-2364"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nvGrpSpPr>
            <p:cNvPr id="9" name="Group 8">
              <a:extLst>
                <a:ext uri="{FF2B5EF4-FFF2-40B4-BE49-F238E27FC236}">
                  <a16:creationId xmlns:a16="http://schemas.microsoft.com/office/drawing/2014/main" id="{9861BC34-DFBF-2D4F-B463-FCFBC08391FF}"/>
                </a:ext>
              </a:extLst>
            </p:cNvPr>
            <p:cNvGrpSpPr/>
            <p:nvPr userDrawn="1"/>
          </p:nvGrpSpPr>
          <p:grpSpPr>
            <a:xfrm>
              <a:off x="2587417"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5549489" y="457199"/>
            <a:ext cx="5943599" cy="1920240"/>
          </a:xfrm>
        </p:spPr>
        <p:txBody>
          <a:bodyPr anchor="b">
            <a:noAutofit/>
          </a:bodyPr>
          <a:lstStyle>
            <a:lvl1pPr>
              <a:defRPr sz="4200" b="1">
                <a:latin typeface="+mj-lt"/>
              </a:defRPr>
            </a:lvl1pPr>
          </a:lstStyle>
          <a:p>
            <a:r>
              <a:rPr lang="en-US" dirty="0"/>
              <a:t>Click to add title</a:t>
            </a:r>
          </a:p>
        </p:txBody>
      </p:sp>
      <p:sp>
        <p:nvSpPr>
          <p:cNvPr id="15" name="Content Placeholder 2">
            <a:extLst>
              <a:ext uri="{FF2B5EF4-FFF2-40B4-BE49-F238E27FC236}">
                <a16:creationId xmlns:a16="http://schemas.microsoft.com/office/drawing/2014/main" id="{6BBDFA0C-B372-969D-6C8A-F664A4BF8D41}"/>
              </a:ext>
            </a:extLst>
          </p:cNvPr>
          <p:cNvSpPr>
            <a:spLocks noGrp="1" noChangeAspect="1"/>
          </p:cNvSpPr>
          <p:nvPr>
            <p:ph idx="17" hasCustomPrompt="1"/>
          </p:nvPr>
        </p:nvSpPr>
        <p:spPr>
          <a:xfrm>
            <a:off x="823108" y="640080"/>
            <a:ext cx="4297680" cy="4297680"/>
          </a:xfrm>
          <a:prstGeom prst="ellipse">
            <a:avLst/>
          </a:prstGeom>
          <a:solidFill>
            <a:schemeClr val="accent2"/>
          </a:solidFill>
        </p:spPr>
        <p:txBody>
          <a:bodyPr anchor="ctr" anchorCtr="0">
            <a:noAutofit/>
          </a:bodyPr>
          <a:lstStyle>
            <a:lvl1pPr marL="0" indent="0" algn="ctr">
              <a:buFont typeface="Arial" panose="020B0604020202020204" pitchFamily="34" charset="0"/>
              <a:buNone/>
              <a:defRPr sz="2000">
                <a:latin typeface="+mn-lt"/>
              </a:defRPr>
            </a:lvl1pPr>
            <a:lvl2pPr marL="347663" indent="0" algn="ctr">
              <a:buFont typeface="Arial" panose="020B0604020202020204" pitchFamily="34" charset="0"/>
              <a:buNone/>
              <a:defRPr sz="2000">
                <a:latin typeface="+mn-lt"/>
              </a:defRPr>
            </a:lvl2pPr>
            <a:lvl3pPr marL="685800" indent="0" algn="ctr">
              <a:buFont typeface="Arial" panose="020B0604020202020204" pitchFamily="34" charset="0"/>
              <a:buNone/>
              <a:defRPr sz="2000">
                <a:latin typeface="+mn-lt"/>
              </a:defRPr>
            </a:lvl3pPr>
            <a:lvl4pPr marL="914400" indent="0" algn="ctr">
              <a:buFont typeface="Arial" panose="020B0604020202020204" pitchFamily="34" charset="0"/>
              <a:buNone/>
              <a:defRPr sz="2000">
                <a:latin typeface="+mn-lt"/>
              </a:defRPr>
            </a:lvl4pPr>
            <a:lvl5pPr marL="1143000" indent="0" algn="ctr">
              <a:buFont typeface="Arial" panose="020B0604020202020204" pitchFamily="34" charset="0"/>
              <a:buNone/>
              <a:defRPr sz="20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67114" cy="365125"/>
          </a:xfrm>
          <a:prstGeom prst="rect">
            <a:avLst/>
          </a:prstGeom>
        </p:spPr>
        <p:txBody>
          <a:bodyPr vert="horz" lIns="91440" tIns="45720" rIns="91440" bIns="45720" rtlCol="0" anchor="ctr">
            <a:noAutofit/>
          </a:bodyPr>
          <a:lstStyle>
            <a:lvl1pPr algn="l">
              <a:defRPr sz="1200">
                <a:solidFill>
                  <a:schemeClr val="accent2"/>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3"/>
                </a:solidFill>
                <a:latin typeface="+mn-lt"/>
              </a:defRPr>
            </a:lvl1pPr>
          </a:lstStyle>
          <a:p>
            <a:fld id="{294A09A9-5501-47C1-A89A-A340965A2BE2}" type="slidenum">
              <a:rPr lang="en-US" smtClean="0"/>
              <a:pPr/>
              <a:t>‹#›</a:t>
            </a:fld>
            <a:endParaRPr lang="en-US" dirty="0"/>
          </a:p>
        </p:txBody>
      </p:sp>
      <p:sp>
        <p:nvSpPr>
          <p:cNvPr id="3" name="Content Placeholder 2">
            <a:extLst>
              <a:ext uri="{FF2B5EF4-FFF2-40B4-BE49-F238E27FC236}">
                <a16:creationId xmlns:a16="http://schemas.microsoft.com/office/drawing/2014/main" id="{99A8D2CC-EE75-85FA-1577-88C0BEC7B10C}"/>
              </a:ext>
            </a:extLst>
          </p:cNvPr>
          <p:cNvSpPr>
            <a:spLocks noGrp="1"/>
          </p:cNvSpPr>
          <p:nvPr>
            <p:ph idx="15" hasCustomPrompt="1"/>
          </p:nvPr>
        </p:nvSpPr>
        <p:spPr>
          <a:xfrm>
            <a:off x="5549490" y="2706369"/>
            <a:ext cx="5943600" cy="3383279"/>
          </a:xfrm>
        </p:spPr>
        <p:txBody>
          <a:bodyPr>
            <a:normAutofit/>
          </a:bodyPr>
          <a:lstStyle>
            <a:lvl1pPr marL="283464" indent="-283464">
              <a:spcBef>
                <a:spcPts val="1000"/>
              </a:spcBef>
              <a:buFont typeface="Arial" panose="020B0604020202020204" pitchFamily="34" charset="0"/>
              <a:buChar char="•"/>
              <a:defRPr sz="2000">
                <a:solidFill>
                  <a:schemeClr val="tx1"/>
                </a:solidFill>
                <a:latin typeface="+mn-lt"/>
              </a:defRPr>
            </a:lvl1pPr>
            <a:lvl2pPr marL="566928" indent="-283464">
              <a:spcBef>
                <a:spcPts val="1000"/>
              </a:spcBef>
              <a:buFont typeface="Arial" panose="020B0604020202020204" pitchFamily="34" charset="0"/>
              <a:buChar char="•"/>
              <a:defRPr sz="2000">
                <a:solidFill>
                  <a:schemeClr val="tx1"/>
                </a:solidFill>
                <a:latin typeface="+mn-lt"/>
              </a:defRPr>
            </a:lvl2pPr>
            <a:lvl3pPr marL="850392" indent="-283464">
              <a:spcBef>
                <a:spcPts val="1000"/>
              </a:spcBef>
              <a:buFont typeface="Arial" panose="020B0604020202020204" pitchFamily="34" charset="0"/>
              <a:buChar char="•"/>
              <a:defRPr sz="2000">
                <a:solidFill>
                  <a:schemeClr val="tx1"/>
                </a:solidFill>
                <a:latin typeface="+mn-lt"/>
              </a:defRPr>
            </a:lvl3pPr>
            <a:lvl4pPr marL="1133856" indent="-283464">
              <a:spcBef>
                <a:spcPts val="1000"/>
              </a:spcBef>
              <a:buFont typeface="Arial" panose="020B0604020202020204" pitchFamily="34" charset="0"/>
              <a:buChar char="•"/>
              <a:defRPr sz="2000">
                <a:solidFill>
                  <a:schemeClr val="tx1"/>
                </a:solidFill>
                <a:latin typeface="+mn-lt"/>
              </a:defRPr>
            </a:lvl4pPr>
            <a:lvl5pPr marL="1463040" indent="-283464">
              <a:spcBef>
                <a:spcPts val="1000"/>
              </a:spcBef>
              <a:buFont typeface="Arial" panose="020B0604020202020204" pitchFamily="34" charset="0"/>
              <a:buChar char="•"/>
              <a:defRPr sz="2000">
                <a:solidFill>
                  <a:schemeClr val="tx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256561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Chart ">
    <p:bg>
      <p:bgPr>
        <a:solidFill>
          <a:schemeClr val="accent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ABA2A58C-57B7-834C-8F5C-3299322411B1}"/>
              </a:ext>
              <a:ext uri="{C183D7F6-B498-43B3-948B-1728B52AA6E4}">
                <adec:decorative xmlns:adec="http://schemas.microsoft.com/office/drawing/2017/decorative" val="1"/>
              </a:ext>
            </a:extLst>
          </p:cNvPr>
          <p:cNvGrpSpPr/>
          <p:nvPr userDrawn="1"/>
        </p:nvGrpSpPr>
        <p:grpSpPr>
          <a:xfrm rot="16200000">
            <a:off x="10772262" y="152641"/>
            <a:ext cx="1572380" cy="1267097"/>
            <a:chOff x="7413403" y="4976359"/>
            <a:chExt cx="2334986" cy="1881641"/>
          </a:xfrm>
        </p:grpSpPr>
        <p:sp>
          <p:nvSpPr>
            <p:cNvPr id="13" name="Freeform 12">
              <a:extLst>
                <a:ext uri="{FF2B5EF4-FFF2-40B4-BE49-F238E27FC236}">
                  <a16:creationId xmlns:a16="http://schemas.microsoft.com/office/drawing/2014/main" id="{801D8067-144A-FE48-AF1E-529B662DCAD3}"/>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2ECA7D87-C78C-C140-AA28-C0FB20209045}"/>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6526"/>
            <a:ext cx="9779183" cy="1570038"/>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84832"/>
            <a:ext cx="9779182" cy="3366813"/>
          </a:xfrm>
        </p:spPr>
        <p:txBody>
          <a:bodyPr>
            <a:no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1909451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End Slide">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8AD52EA-B01E-8D38-D87A-BF7EB5B58A82}"/>
              </a:ext>
              <a:ext uri="{C183D7F6-B498-43B3-948B-1728B52AA6E4}">
                <adec:decorative xmlns:adec="http://schemas.microsoft.com/office/drawing/2017/decorative" val="1"/>
              </a:ext>
            </a:extLst>
          </p:cNvPr>
          <p:cNvGrpSpPr/>
          <p:nvPr userDrawn="1"/>
        </p:nvGrpSpPr>
        <p:grpSpPr>
          <a:xfrm>
            <a:off x="0" y="-1"/>
            <a:ext cx="12192001" cy="6864796"/>
            <a:chOff x="0" y="-1"/>
            <a:chExt cx="12192001" cy="6864796"/>
          </a:xfrm>
        </p:grpSpPr>
        <p:sp>
          <p:nvSpPr>
            <p:cNvPr id="4" name="Rectangle 3">
              <a:extLst>
                <a:ext uri="{FF2B5EF4-FFF2-40B4-BE49-F238E27FC236}">
                  <a16:creationId xmlns:a16="http://schemas.microsoft.com/office/drawing/2014/main" id="{9AC79249-FDC0-364D-A734-AE1DE1605D28}"/>
                </a:ext>
              </a:extLst>
            </p:cNvPr>
            <p:cNvSpPr/>
            <p:nvPr userDrawn="1"/>
          </p:nvSpPr>
          <p:spPr>
            <a:xfrm>
              <a:off x="8264426" y="0"/>
              <a:ext cx="392757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a:extLst>
                <a:ext uri="{FF2B5EF4-FFF2-40B4-BE49-F238E27FC236}">
                  <a16:creationId xmlns:a16="http://schemas.microsoft.com/office/drawing/2014/main" id="{F15FBB50-09C8-B64E-AE57-67C5E70810CB}"/>
                </a:ext>
              </a:extLst>
            </p:cNvPr>
            <p:cNvGrpSpPr/>
            <p:nvPr userDrawn="1"/>
          </p:nvGrpSpPr>
          <p:grpSpPr>
            <a:xfrm>
              <a:off x="8264427" y="3685939"/>
              <a:ext cx="3927573" cy="3178856"/>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2" name="Freeform 21">
              <a:extLst>
                <a:ext uri="{FF2B5EF4-FFF2-40B4-BE49-F238E27FC236}">
                  <a16:creationId xmlns:a16="http://schemas.microsoft.com/office/drawing/2014/main" id="{BC68F289-2744-2F48-893A-3F17911625C8}"/>
                </a:ext>
              </a:extLst>
            </p:cNvPr>
            <p:cNvSpPr/>
            <p:nvPr userDrawn="1"/>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16">
              <a:extLst>
                <a:ext uri="{FF2B5EF4-FFF2-40B4-BE49-F238E27FC236}">
                  <a16:creationId xmlns:a16="http://schemas.microsoft.com/office/drawing/2014/main" id="{39563C76-BC00-DE47-88F5-C24D3CE3325A}"/>
                </a:ext>
              </a:extLst>
            </p:cNvPr>
            <p:cNvSpPr/>
            <p:nvPr userDrawn="1"/>
          </p:nvSpPr>
          <p:spPr>
            <a:xfrm>
              <a:off x="10228214" y="-1"/>
              <a:ext cx="1963787" cy="3178856"/>
            </a:xfrm>
            <a:custGeom>
              <a:avLst/>
              <a:gdLst>
                <a:gd name="connsiteX0" fmla="*/ 0 w 1963787"/>
                <a:gd name="connsiteY0" fmla="*/ 0 h 3178856"/>
                <a:gd name="connsiteX1" fmla="*/ 1963787 w 1963787"/>
                <a:gd name="connsiteY1" fmla="*/ 0 h 3178856"/>
                <a:gd name="connsiteX2" fmla="*/ 1963787 w 1963787"/>
                <a:gd name="connsiteY2" fmla="*/ 1967129 h 3178856"/>
                <a:gd name="connsiteX3" fmla="*/ 1963787 w 1963787"/>
                <a:gd name="connsiteY3" fmla="*/ 2349671 h 3178856"/>
                <a:gd name="connsiteX4" fmla="*/ 1963787 w 1963787"/>
                <a:gd name="connsiteY4" fmla="*/ 3178856 h 3178856"/>
                <a:gd name="connsiteX5" fmla="*/ 1963753 w 1963787"/>
                <a:gd name="connsiteY5" fmla="*/ 3178856 h 3178856"/>
                <a:gd name="connsiteX6" fmla="*/ 1763002 w 1963787"/>
                <a:gd name="connsiteY6" fmla="*/ 3168629 h 3178856"/>
                <a:gd name="connsiteX7" fmla="*/ 0 w 1963787"/>
                <a:gd name="connsiteY7" fmla="*/ 1197921 h 3178856"/>
                <a:gd name="connsiteX8" fmla="*/ 0 w 1963787"/>
                <a:gd name="connsiteY8" fmla="*/ 1039961 h 3178856"/>
                <a:gd name="connsiteX9" fmla="*/ 0 w 1963787"/>
                <a:gd name="connsiteY9" fmla="*/ 0 h 3178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63787" h="3178856">
                  <a:moveTo>
                    <a:pt x="0" y="0"/>
                  </a:moveTo>
                  <a:lnTo>
                    <a:pt x="1963787" y="0"/>
                  </a:lnTo>
                  <a:lnTo>
                    <a:pt x="1963787" y="1967129"/>
                  </a:lnTo>
                  <a:lnTo>
                    <a:pt x="1963787" y="2349671"/>
                  </a:lnTo>
                  <a:lnTo>
                    <a:pt x="1963787" y="3178856"/>
                  </a:lnTo>
                  <a:lnTo>
                    <a:pt x="1963753" y="3178856"/>
                  </a:lnTo>
                  <a:lnTo>
                    <a:pt x="1763002" y="3168629"/>
                  </a:lnTo>
                  <a:cubicBezTo>
                    <a:pt x="772749" y="3067186"/>
                    <a:pt x="0" y="2223585"/>
                    <a:pt x="0" y="1197921"/>
                  </a:cubicBezTo>
                  <a:lnTo>
                    <a:pt x="0" y="1039961"/>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4" y="252549"/>
            <a:ext cx="6220278" cy="3262811"/>
          </a:xfrm>
        </p:spPr>
        <p:txBody>
          <a:bodyPr anchor="b">
            <a:noAutofit/>
          </a:bodyPr>
          <a:lstStyle>
            <a:lvl1pPr algn="l">
              <a:defRPr sz="6000" b="1">
                <a:latin typeface="+mj-lt"/>
              </a:defRPr>
            </a:lvl1pPr>
          </a:lstStyle>
          <a:p>
            <a:r>
              <a:rPr lang="en-US" dirty="0"/>
              <a:t>Click to add title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hasCustomPrompt="1"/>
          </p:nvPr>
        </p:nvSpPr>
        <p:spPr>
          <a:xfrm>
            <a:off x="1167493" y="3685939"/>
            <a:ext cx="6220277" cy="2919512"/>
          </a:xfrm>
        </p:spPr>
        <p:txBody>
          <a:bodyPr anchor="t" anchorCtr="0">
            <a:normAutofit/>
          </a:bodyPr>
          <a:lstStyle>
            <a:lvl1pPr marL="0" indent="0" algn="l">
              <a:buNone/>
              <a:defRPr sz="28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text</a:t>
            </a:r>
          </a:p>
        </p:txBody>
      </p:sp>
    </p:spTree>
    <p:extLst>
      <p:ext uri="{BB962C8B-B14F-4D97-AF65-F5344CB8AC3E}">
        <p14:creationId xmlns:p14="http://schemas.microsoft.com/office/powerpoint/2010/main" val="25447069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381000" y="381000"/>
            <a:ext cx="11430000" cy="1325563"/>
          </a:xfrm>
          <a:prstGeom prst="rect">
            <a:avLst/>
          </a:prstGeom>
        </p:spPr>
        <p:txBody>
          <a:bodyPr vert="horz" lIns="91440" tIns="45720" rIns="91440" bIns="45720" rtlCol="0" anchor="ctr">
            <a:noAutofit/>
          </a:bodyPr>
          <a:lstStyle/>
          <a:p>
            <a:r>
              <a:rPr lang="en-US" dirty="0"/>
              <a:t>Click to edit Master title style</a:t>
            </a:r>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381000" y="1825625"/>
            <a:ext cx="11430000" cy="4351338"/>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ED77A09-15C2-4E47-948E-AACAFCA47D40}"/>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tx2"/>
                </a:solidFill>
                <a:latin typeface="+mn-lt"/>
              </a:defRPr>
            </a:lvl1pPr>
          </a:lstStyle>
          <a:p>
            <a:r>
              <a:rPr lang="en-US" dirty="0"/>
              <a:t>9/8/20XX</a:t>
            </a:r>
          </a:p>
        </p:txBody>
      </p:sp>
      <p:sp>
        <p:nvSpPr>
          <p:cNvPr id="5" name="Footer Placeholder 4">
            <a:extLst>
              <a:ext uri="{FF2B5EF4-FFF2-40B4-BE49-F238E27FC236}">
                <a16:creationId xmlns:a16="http://schemas.microsoft.com/office/drawing/2014/main" id="{60567522-C3B6-46EB-A361-BEC2510B00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tx2"/>
                </a:solidFill>
                <a:latin typeface="+mn-lt"/>
              </a:defRPr>
            </a:lvl1pPr>
          </a:lstStyle>
          <a:p>
            <a:endParaRPr lang="en-US" dirty="0"/>
          </a:p>
        </p:txBody>
      </p:sp>
      <p:sp>
        <p:nvSpPr>
          <p:cNvPr id="6" name="Slide Number Placeholder 5">
            <a:extLst>
              <a:ext uri="{FF2B5EF4-FFF2-40B4-BE49-F238E27FC236}">
                <a16:creationId xmlns:a16="http://schemas.microsoft.com/office/drawing/2014/main" id="{CDC57CF0-034F-450D-937C-718D5AF1A059}"/>
              </a:ext>
            </a:extLst>
          </p:cNvPr>
          <p:cNvSpPr>
            <a:spLocks noGrp="1"/>
          </p:cNvSpPr>
          <p:nvPr>
            <p:ph type="sldNum" sz="quarter" idx="4"/>
          </p:nvPr>
        </p:nvSpPr>
        <p:spPr>
          <a:xfrm>
            <a:off x="9067800" y="6356350"/>
            <a:ext cx="2743200" cy="365125"/>
          </a:xfrm>
          <a:prstGeom prst="rect">
            <a:avLst/>
          </a:prstGeom>
        </p:spPr>
        <p:txBody>
          <a:bodyPr vert="horz" lIns="91440" tIns="45720" rIns="91440" bIns="45720" rtlCol="0" anchor="ctr">
            <a:noAutofit/>
          </a:bodyPr>
          <a:lstStyle>
            <a:lvl1pPr algn="r">
              <a:defRPr sz="1200">
                <a:solidFill>
                  <a:schemeClr val="tx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74" r:id="rId4"/>
    <p:sldLayoutId id="2147483671" r:id="rId5"/>
    <p:sldLayoutId id="2147483659" r:id="rId6"/>
    <p:sldLayoutId id="2147483668" r:id="rId7"/>
    <p:sldLayoutId id="2147483669" r:id="rId8"/>
    <p:sldLayoutId id="2147483675" r:id="rId9"/>
    <p:sldLayoutId id="2147483677" r:id="rId10"/>
    <p:sldLayoutId id="2147483676" r:id="rId11"/>
    <p:sldLayoutId id="2147483661" r:id="rId12"/>
    <p:sldLayoutId id="2147483666" r:id="rId13"/>
  </p:sldLayoutIdLst>
  <p:hf sldNum="0" hdr="0" ftr="0" dt="0"/>
  <p:txStyles>
    <p:titleStyle>
      <a:lvl1pPr algn="l" defTabSz="914400" rtl="0" eaLnBrk="1" latinLnBrk="0" hangingPunct="1">
        <a:lnSpc>
          <a:spcPct val="8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6.jpe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9.xml"/><Relationship Id="rId4" Type="http://schemas.openxmlformats.org/officeDocument/2006/relationships/image" Target="../media/image24.jpe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hyperlink" Target="https://allduniv.ac.in/files/result/NET_BSc2_2022-23.pdf" TargetMode="Externa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F3D98-3C30-4CFC-8643-C81E829C8C25}"/>
              </a:ext>
            </a:extLst>
          </p:cNvPr>
          <p:cNvSpPr>
            <a:spLocks noGrp="1"/>
          </p:cNvSpPr>
          <p:nvPr>
            <p:ph type="ctrTitle"/>
          </p:nvPr>
        </p:nvSpPr>
        <p:spPr>
          <a:xfrm>
            <a:off x="957667" y="-407609"/>
            <a:ext cx="7096933" cy="3830130"/>
          </a:xfrm>
        </p:spPr>
        <p:txBody>
          <a:bodyPr/>
          <a:lstStyle/>
          <a:p>
            <a:r>
              <a:rPr lang="en-US" dirty="0"/>
              <a:t>Student Academic Performance Analysis</a:t>
            </a:r>
          </a:p>
        </p:txBody>
      </p:sp>
      <p:sp>
        <p:nvSpPr>
          <p:cNvPr id="3" name="TextBox 2">
            <a:extLst>
              <a:ext uri="{FF2B5EF4-FFF2-40B4-BE49-F238E27FC236}">
                <a16:creationId xmlns:a16="http://schemas.microsoft.com/office/drawing/2014/main" id="{D5380F3D-2AAE-DCFE-FC66-BC65689463EF}"/>
              </a:ext>
            </a:extLst>
          </p:cNvPr>
          <p:cNvSpPr txBox="1"/>
          <p:nvPr/>
        </p:nvSpPr>
        <p:spPr>
          <a:xfrm>
            <a:off x="2387610" y="4830427"/>
            <a:ext cx="7356051"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SUBMITTED BY:-</a:t>
            </a:r>
          </a:p>
          <a:p>
            <a:r>
              <a:rPr lang="en-US" dirty="0"/>
              <a:t>1.Ritik Agnihotri-524410011</a:t>
            </a:r>
          </a:p>
          <a:p>
            <a:r>
              <a:rPr lang="en-US" dirty="0"/>
              <a:t>2.Saksham chanouria-524410013</a:t>
            </a:r>
          </a:p>
          <a:p>
            <a:r>
              <a:rPr lang="en-US" dirty="0"/>
              <a:t>3.Anshul chauhan</a:t>
            </a:r>
            <a:r>
              <a:rPr lang="en-US"/>
              <a:t>-524110020</a:t>
            </a:r>
            <a:endParaRPr lang="en-US" dirty="0"/>
          </a:p>
          <a:p>
            <a:r>
              <a:rPr lang="en-US" dirty="0"/>
              <a:t>4.Ashutosh diwedi-5244100</a:t>
            </a:r>
          </a:p>
        </p:txBody>
      </p:sp>
    </p:spTree>
    <p:extLst>
      <p:ext uri="{BB962C8B-B14F-4D97-AF65-F5344CB8AC3E}">
        <p14:creationId xmlns:p14="http://schemas.microsoft.com/office/powerpoint/2010/main" val="2259308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DF434-28DB-4621-A497-D62C41CE0419}"/>
              </a:ext>
            </a:extLst>
          </p:cNvPr>
          <p:cNvSpPr>
            <a:spLocks noGrp="1"/>
          </p:cNvSpPr>
          <p:nvPr>
            <p:ph type="title"/>
          </p:nvPr>
        </p:nvSpPr>
        <p:spPr>
          <a:xfrm>
            <a:off x="1158864" y="102021"/>
            <a:ext cx="9779183" cy="1744415"/>
          </a:xfrm>
        </p:spPr>
        <p:txBody>
          <a:bodyPr/>
          <a:lstStyle/>
          <a:p>
            <a:r>
              <a:rPr lang="en-US" dirty="0"/>
              <a:t>Introduction</a:t>
            </a:r>
          </a:p>
        </p:txBody>
      </p:sp>
      <p:sp>
        <p:nvSpPr>
          <p:cNvPr id="3" name="Content Placeholder 2">
            <a:extLst>
              <a:ext uri="{FF2B5EF4-FFF2-40B4-BE49-F238E27FC236}">
                <a16:creationId xmlns:a16="http://schemas.microsoft.com/office/drawing/2014/main" id="{22788C46-D0BC-4307-AE55-7601A139E7CB}"/>
              </a:ext>
            </a:extLst>
          </p:cNvPr>
          <p:cNvSpPr>
            <a:spLocks noGrp="1"/>
          </p:cNvSpPr>
          <p:nvPr>
            <p:ph idx="1"/>
          </p:nvPr>
        </p:nvSpPr>
        <p:spPr>
          <a:xfrm>
            <a:off x="1158865" y="2017467"/>
            <a:ext cx="9779182" cy="3656182"/>
          </a:xfrm>
        </p:spPr>
        <p:txBody>
          <a:bodyPr vert="horz" lIns="91440" tIns="45720" rIns="91440" bIns="45720" rtlCol="0" anchor="t">
            <a:normAutofit fontScale="77500" lnSpcReduction="20000"/>
          </a:bodyPr>
          <a:lstStyle/>
          <a:p>
            <a:r>
              <a:rPr lang="en-US">
                <a:ea typeface="+mn-lt"/>
                <a:cs typeface="+mn-lt"/>
              </a:rPr>
              <a:t>The report titled </a:t>
            </a:r>
            <a:r>
              <a:rPr lang="en-US" i="1">
                <a:ea typeface="+mn-lt"/>
                <a:cs typeface="+mn-lt"/>
              </a:rPr>
              <a:t>“Student Academic Performance Analysis”</a:t>
            </a:r>
            <a:r>
              <a:rPr lang="en-US">
                <a:ea typeface="+mn-lt"/>
                <a:cs typeface="+mn-lt"/>
              </a:rPr>
              <a:t> offers a comprehensive study of undergraduate science students at the Central University of Allahabad, focusing on academic trends over the first and second years. Leveraging detailed datasets and tools like Python, Seaborn, Matplotlib, and Power BI, the analysis applies statistical techniques such as correlation analysis, hypothesis testing, and comparative assessments.</a:t>
            </a:r>
            <a:endParaRPr lang="en-US"/>
          </a:p>
          <a:p>
            <a:r>
              <a:rPr lang="en-US">
                <a:ea typeface="+mn-lt"/>
                <a:cs typeface="+mn-lt"/>
              </a:rPr>
              <a:t>It explores key factors influencing performance, including the relationship between theory and practical marks, differences between university-enrolled and affiliated college students, and the impact of subject combinations like PMC and </a:t>
            </a:r>
            <a:r>
              <a:rPr lang="en-US" err="1">
                <a:ea typeface="+mn-lt"/>
                <a:cs typeface="+mn-lt"/>
              </a:rPr>
              <a:t>PMComp</a:t>
            </a:r>
            <a:r>
              <a:rPr lang="en-US">
                <a:ea typeface="+mn-lt"/>
                <a:cs typeface="+mn-lt"/>
              </a:rPr>
              <a:t>. The study provides data-driven insights and visualizations to support academic planning, highlight performance gaps, and inform effective interventions and policy decisions.</a:t>
            </a:r>
            <a:endParaRPr lang="en-US"/>
          </a:p>
          <a:p>
            <a:endParaRPr lang="en-US" dirty="0"/>
          </a:p>
          <a:p>
            <a:endParaRPr lang="en-US" dirty="0"/>
          </a:p>
        </p:txBody>
      </p:sp>
    </p:spTree>
    <p:extLst>
      <p:ext uri="{BB962C8B-B14F-4D97-AF65-F5344CB8AC3E}">
        <p14:creationId xmlns:p14="http://schemas.microsoft.com/office/powerpoint/2010/main" val="13256085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148DD4-4828-CE87-0C5C-42BE175E8DA5}"/>
              </a:ext>
            </a:extLst>
          </p:cNvPr>
          <p:cNvSpPr>
            <a:spLocks noGrp="1"/>
          </p:cNvSpPr>
          <p:nvPr>
            <p:ph type="title"/>
          </p:nvPr>
        </p:nvSpPr>
        <p:spPr>
          <a:xfrm>
            <a:off x="3884187" y="-97182"/>
            <a:ext cx="6623878" cy="1000540"/>
          </a:xfrm>
        </p:spPr>
        <p:txBody>
          <a:bodyPr/>
          <a:lstStyle/>
          <a:p>
            <a:r>
              <a:rPr lang="en-US" sz="4000" dirty="0"/>
              <a:t>Data description</a:t>
            </a:r>
          </a:p>
        </p:txBody>
      </p:sp>
      <p:graphicFrame>
        <p:nvGraphicFramePr>
          <p:cNvPr id="7" name="Table 6">
            <a:extLst>
              <a:ext uri="{FF2B5EF4-FFF2-40B4-BE49-F238E27FC236}">
                <a16:creationId xmlns:a16="http://schemas.microsoft.com/office/drawing/2014/main" id="{9DBABB2B-5D69-5123-8CB5-DDB8E372E0A9}"/>
              </a:ext>
            </a:extLst>
          </p:cNvPr>
          <p:cNvGraphicFramePr>
            <a:graphicFrameLocks noGrp="1"/>
          </p:cNvGraphicFramePr>
          <p:nvPr>
            <p:extLst>
              <p:ext uri="{D42A27DB-BD31-4B8C-83A1-F6EECF244321}">
                <p14:modId xmlns:p14="http://schemas.microsoft.com/office/powerpoint/2010/main" val="3786313881"/>
              </p:ext>
            </p:extLst>
          </p:nvPr>
        </p:nvGraphicFramePr>
        <p:xfrm>
          <a:off x="1347304" y="629478"/>
          <a:ext cx="9819664" cy="5865676"/>
        </p:xfrm>
        <a:graphic>
          <a:graphicData uri="http://schemas.openxmlformats.org/drawingml/2006/table">
            <a:tbl>
              <a:tblPr bandRow="1">
                <a:tableStyleId>{69012ECD-51FC-41F1-AA8D-1B2483CD663E}</a:tableStyleId>
              </a:tblPr>
              <a:tblGrid>
                <a:gridCol w="1683371">
                  <a:extLst>
                    <a:ext uri="{9D8B030D-6E8A-4147-A177-3AD203B41FA5}">
                      <a16:colId xmlns:a16="http://schemas.microsoft.com/office/drawing/2014/main" val="893064127"/>
                    </a:ext>
                  </a:extLst>
                </a:gridCol>
                <a:gridCol w="2653648">
                  <a:extLst>
                    <a:ext uri="{9D8B030D-6E8A-4147-A177-3AD203B41FA5}">
                      <a16:colId xmlns:a16="http://schemas.microsoft.com/office/drawing/2014/main" val="750391091"/>
                    </a:ext>
                  </a:extLst>
                </a:gridCol>
                <a:gridCol w="1157317">
                  <a:extLst>
                    <a:ext uri="{9D8B030D-6E8A-4147-A177-3AD203B41FA5}">
                      <a16:colId xmlns:a16="http://schemas.microsoft.com/office/drawing/2014/main" val="2949432335"/>
                    </a:ext>
                  </a:extLst>
                </a:gridCol>
                <a:gridCol w="1157317">
                  <a:extLst>
                    <a:ext uri="{9D8B030D-6E8A-4147-A177-3AD203B41FA5}">
                      <a16:colId xmlns:a16="http://schemas.microsoft.com/office/drawing/2014/main" val="3039219277"/>
                    </a:ext>
                  </a:extLst>
                </a:gridCol>
                <a:gridCol w="3168011">
                  <a:extLst>
                    <a:ext uri="{9D8B030D-6E8A-4147-A177-3AD203B41FA5}">
                      <a16:colId xmlns:a16="http://schemas.microsoft.com/office/drawing/2014/main" val="3353881605"/>
                    </a:ext>
                  </a:extLst>
                </a:gridCol>
              </a:tblGrid>
              <a:tr h="293284">
                <a:tc>
                  <a:txBody>
                    <a:bodyPr/>
                    <a:lstStyle/>
                    <a:p>
                      <a:pPr rtl="0" fontAlgn="base">
                        <a:lnSpc>
                          <a:spcPts val="1457"/>
                        </a:lnSpc>
                        <a:buNone/>
                      </a:pPr>
                      <a:r>
                        <a:rPr lang="en-IN" sz="1200" b="1">
                          <a:effectLst/>
                          <a:latin typeface="Times New Roman"/>
                        </a:rPr>
                        <a:t>Attribute</a:t>
                      </a:r>
                      <a:r>
                        <a:rPr lang="en-IN" sz="1200" dirty="0">
                          <a:effectLst/>
                          <a:latin typeface="Times New Roman"/>
                        </a:rPr>
                        <a:t> </a:t>
                      </a:r>
                      <a:endParaRPr lang="en-IN" dirty="0">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fontAlgn="base">
                        <a:lnSpc>
                          <a:spcPts val="1457"/>
                        </a:lnSpc>
                        <a:buNone/>
                      </a:pPr>
                      <a:r>
                        <a:rPr lang="en-IN" sz="1200" b="1" i="1">
                          <a:effectLst/>
                          <a:latin typeface="Times New Roman"/>
                        </a:rPr>
                        <a:t>Description</a:t>
                      </a:r>
                      <a:r>
                        <a:rPr lang="en-IN" sz="1200" i="1" dirty="0">
                          <a:effectLst/>
                          <a:latin typeface="Times New Roman"/>
                        </a:rPr>
                        <a:t> </a:t>
                      </a:r>
                      <a:endParaRPr lang="en-IN" i="1" dirty="0">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fontAlgn="base">
                        <a:lnSpc>
                          <a:spcPts val="1457"/>
                        </a:lnSpc>
                        <a:buNone/>
                      </a:pPr>
                      <a:r>
                        <a:rPr lang="en-IN" sz="1200" b="1">
                          <a:effectLst/>
                          <a:latin typeface="Times New Roman"/>
                        </a:rPr>
                        <a:t>Data Type</a:t>
                      </a:r>
                      <a:r>
                        <a:rPr lang="en-IN" sz="1200" dirty="0">
                          <a:effectLst/>
                          <a:latin typeface="Times New Roman"/>
                        </a:rPr>
                        <a:t> </a:t>
                      </a:r>
                      <a:endParaRPr lang="en-IN" dirty="0">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lvl="0">
                        <a:lnSpc>
                          <a:spcPts val="1457"/>
                        </a:lnSpc>
                        <a:buNone/>
                      </a:pPr>
                      <a:endParaRPr lang="en-IN" sz="1200" dirty="0">
                        <a:effectLst/>
                        <a:latin typeface="Times New Roman"/>
                      </a:endParaRPr>
                    </a:p>
                  </a:txBody>
                  <a:tcPr marL="66674" marR="66674">
                    <a:lnL w="9525" cap="flat" cmpd="sng" algn="ctr">
                      <a:solidFill>
                        <a:schemeClr val="bg1"/>
                      </a:solidFill>
                      <a:prstDash val="solid"/>
                      <a:round/>
                      <a:headEnd type="none" w="med" len="med"/>
                      <a:tailEnd type="none" w="med" len="med"/>
                    </a:lnL>
                    <a:lnR w="9524">
                      <a:solidFill>
                        <a:schemeClr val="bg1"/>
                      </a:solidFill>
                    </a:lnR>
                    <a:lnT w="9524">
                      <a:solidFill>
                        <a:schemeClr val="bg1"/>
                      </a:solidFill>
                    </a:lnT>
                    <a:lnB w="9524">
                      <a:solidFill>
                        <a:schemeClr val="bg1"/>
                      </a:solidFill>
                    </a:lnB>
                    <a:noFill/>
                  </a:tcPr>
                </a:tc>
                <a:tc>
                  <a:txBody>
                    <a:bodyPr/>
                    <a:lstStyle/>
                    <a:p>
                      <a:pPr rtl="0" fontAlgn="base">
                        <a:lnSpc>
                          <a:spcPts val="1457"/>
                        </a:lnSpc>
                        <a:buNone/>
                      </a:pPr>
                      <a:r>
                        <a:rPr lang="en-IN" sz="1200" b="1">
                          <a:effectLst/>
                          <a:latin typeface="Times New Roman"/>
                        </a:rPr>
                        <a:t>Possible Values/Ranges</a:t>
                      </a:r>
                      <a:r>
                        <a:rPr lang="en-IN" sz="1200" dirty="0">
                          <a:effectLst/>
                          <a:latin typeface="Times New Roman"/>
                        </a:rPr>
                        <a:t> </a:t>
                      </a:r>
                      <a:endParaRPr lang="en-IN" dirty="0">
                        <a:effectLst/>
                        <a:latin typeface="Times New Roman"/>
                      </a:endParaRPr>
                    </a:p>
                  </a:txBody>
                  <a:tcPr marL="66675" marR="66675">
                    <a:lnL w="9524"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977566532"/>
                  </a:ext>
                </a:extLst>
              </a:tr>
              <a:tr h="483918">
                <a:tc>
                  <a:txBody>
                    <a:bodyPr/>
                    <a:lstStyle/>
                    <a:p>
                      <a:pPr rtl="0" fontAlgn="base">
                        <a:lnSpc>
                          <a:spcPts val="1457"/>
                        </a:lnSpc>
                        <a:buNone/>
                      </a:pPr>
                      <a:r>
                        <a:rPr lang="en-IN" sz="1200" b="1">
                          <a:effectLst/>
                          <a:latin typeface="Times New Roman"/>
                        </a:rPr>
                        <a:t>RollNo</a:t>
                      </a:r>
                      <a:r>
                        <a:rPr lang="en-IN" sz="1200" dirty="0">
                          <a:effectLst/>
                          <a:latin typeface="Times New Roman"/>
                        </a:rPr>
                        <a:t> </a:t>
                      </a:r>
                      <a:endParaRPr lang="en-IN" dirty="0">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fontAlgn="base">
                        <a:lnSpc>
                          <a:spcPts val="1457"/>
                        </a:lnSpc>
                        <a:buNone/>
                      </a:pPr>
                      <a:r>
                        <a:rPr lang="en-IN" sz="1200" i="1">
                          <a:effectLst/>
                          <a:latin typeface="Times New Roman"/>
                        </a:rPr>
                        <a:t>Unique identifier for each student </a:t>
                      </a:r>
                      <a:endParaRPr lang="en-IN" i="1">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fontAlgn="base">
                        <a:lnSpc>
                          <a:spcPts val="1457"/>
                        </a:lnSpc>
                        <a:buNone/>
                      </a:pPr>
                      <a:r>
                        <a:rPr lang="en-IN" sz="1200">
                          <a:effectLst/>
                          <a:latin typeface="Times New Roman" panose="02020603050405020304" pitchFamily="18" charset="0"/>
                        </a:rPr>
                        <a:t>Numeric </a:t>
                      </a:r>
                      <a:endParaRPr lang="en-IN">
                        <a:effectLst/>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lvl="0">
                        <a:lnSpc>
                          <a:spcPts val="1457"/>
                        </a:lnSpc>
                        <a:buNone/>
                      </a:pPr>
                      <a:endParaRPr lang="en-IN" sz="1200" dirty="0">
                        <a:effectLst/>
                        <a:latin typeface="Times New Roman"/>
                      </a:endParaRPr>
                    </a:p>
                  </a:txBody>
                  <a:tcPr marL="66674" marR="66674">
                    <a:lnL w="9525" cap="flat" cmpd="sng" algn="ctr">
                      <a:solidFill>
                        <a:schemeClr val="bg1"/>
                      </a:solidFill>
                      <a:prstDash val="solid"/>
                      <a:round/>
                      <a:headEnd type="none" w="med" len="med"/>
                      <a:tailEnd type="none" w="med" len="med"/>
                    </a:lnL>
                    <a:lnR w="9524">
                      <a:solidFill>
                        <a:schemeClr val="bg1"/>
                      </a:solidFill>
                    </a:lnR>
                    <a:lnT w="9524">
                      <a:solidFill>
                        <a:schemeClr val="bg1"/>
                      </a:solidFill>
                    </a:lnT>
                    <a:lnB w="9524">
                      <a:solidFill>
                        <a:schemeClr val="bg1"/>
                      </a:solidFill>
                    </a:lnB>
                    <a:noFill/>
                  </a:tcPr>
                </a:tc>
                <a:tc>
                  <a:txBody>
                    <a:bodyPr/>
                    <a:lstStyle/>
                    <a:p>
                      <a:pPr rtl="0" fontAlgn="base">
                        <a:lnSpc>
                          <a:spcPts val="1457"/>
                        </a:lnSpc>
                        <a:buNone/>
                      </a:pPr>
                      <a:r>
                        <a:rPr lang="en-IN" sz="1200">
                          <a:effectLst/>
                          <a:latin typeface="Times New Roman" panose="02020603050405020304" pitchFamily="18" charset="0"/>
                        </a:rPr>
                        <a:t>Integer values </a:t>
                      </a:r>
                      <a:endParaRPr lang="en-IN">
                        <a:effectLst/>
                      </a:endParaRPr>
                    </a:p>
                  </a:txBody>
                  <a:tcPr marL="66675" marR="66675">
                    <a:lnL w="9524"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61975187"/>
                  </a:ext>
                </a:extLst>
              </a:tr>
              <a:tr h="879851">
                <a:tc>
                  <a:txBody>
                    <a:bodyPr/>
                    <a:lstStyle/>
                    <a:p>
                      <a:pPr rtl="0" fontAlgn="base">
                        <a:lnSpc>
                          <a:spcPts val="1457"/>
                        </a:lnSpc>
                        <a:buNone/>
                      </a:pPr>
                      <a:r>
                        <a:rPr lang="en-IN" sz="1200" b="1">
                          <a:effectLst/>
                          <a:latin typeface="Times New Roman"/>
                        </a:rPr>
                        <a:t>EnrolNo</a:t>
                      </a:r>
                      <a:r>
                        <a:rPr lang="en-IN" sz="1200" dirty="0">
                          <a:effectLst/>
                          <a:latin typeface="Times New Roman"/>
                        </a:rPr>
                        <a:t> </a:t>
                      </a:r>
                      <a:endParaRPr lang="en-IN" dirty="0">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fontAlgn="base">
                        <a:lnSpc>
                          <a:spcPts val="1457"/>
                        </a:lnSpc>
                        <a:buNone/>
                      </a:pPr>
                      <a:r>
                        <a:rPr lang="en-IN" sz="1200" i="1">
                          <a:effectLst/>
                          <a:latin typeface="Times New Roman"/>
                        </a:rPr>
                        <a:t>Enrollment Number (Same in entire course) </a:t>
                      </a:r>
                      <a:endParaRPr lang="en-IN" i="1">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fontAlgn="base">
                        <a:lnSpc>
                          <a:spcPts val="1457"/>
                        </a:lnSpc>
                        <a:buNone/>
                      </a:pPr>
                      <a:r>
                        <a:rPr lang="en-IN" sz="1200">
                          <a:effectLst/>
                          <a:latin typeface="Times New Roman" panose="02020603050405020304" pitchFamily="18" charset="0"/>
                        </a:rPr>
                        <a:t>Text </a:t>
                      </a:r>
                      <a:endParaRPr lang="en-IN">
                        <a:effectLst/>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lvl="0">
                        <a:lnSpc>
                          <a:spcPts val="1457"/>
                        </a:lnSpc>
                        <a:buNone/>
                      </a:pPr>
                      <a:endParaRPr lang="en-IN" sz="1200" dirty="0">
                        <a:effectLst/>
                        <a:latin typeface="Times New Roman"/>
                      </a:endParaRPr>
                    </a:p>
                  </a:txBody>
                  <a:tcPr marL="66674" marR="66674">
                    <a:lnL w="9525" cap="flat" cmpd="sng" algn="ctr">
                      <a:solidFill>
                        <a:schemeClr val="bg1"/>
                      </a:solidFill>
                      <a:prstDash val="solid"/>
                      <a:round/>
                      <a:headEnd type="none" w="med" len="med"/>
                      <a:tailEnd type="none" w="med" len="med"/>
                    </a:lnL>
                    <a:lnR w="9524">
                      <a:solidFill>
                        <a:schemeClr val="bg1"/>
                      </a:solidFill>
                    </a:lnR>
                    <a:lnT w="9524">
                      <a:solidFill>
                        <a:schemeClr val="bg1"/>
                      </a:solidFill>
                    </a:lnT>
                    <a:lnB w="9524">
                      <a:solidFill>
                        <a:schemeClr val="bg1"/>
                      </a:solidFill>
                    </a:lnB>
                    <a:noFill/>
                  </a:tcPr>
                </a:tc>
                <a:tc>
                  <a:txBody>
                    <a:bodyPr/>
                    <a:lstStyle/>
                    <a:p>
                      <a:pPr rtl="0" fontAlgn="base">
                        <a:lnSpc>
                          <a:spcPts val="1457"/>
                        </a:lnSpc>
                        <a:buNone/>
                      </a:pPr>
                      <a:r>
                        <a:rPr lang="en-IN" sz="1200">
                          <a:effectLst/>
                          <a:latin typeface="Times New Roman" panose="02020603050405020304" pitchFamily="18" charset="0"/>
                        </a:rPr>
                        <a:t>Alphanumeric string, starts with 'U' for university students(U2112626-U2110241) and other alphabet for college students </a:t>
                      </a:r>
                      <a:endParaRPr lang="en-IN">
                        <a:effectLst/>
                      </a:endParaRPr>
                    </a:p>
                  </a:txBody>
                  <a:tcPr marL="66675" marR="66675">
                    <a:lnL w="9524"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487669883"/>
                  </a:ext>
                </a:extLst>
              </a:tr>
              <a:tr h="689216">
                <a:tc>
                  <a:txBody>
                    <a:bodyPr/>
                    <a:lstStyle/>
                    <a:p>
                      <a:pPr rtl="0" fontAlgn="base">
                        <a:lnSpc>
                          <a:spcPts val="1457"/>
                        </a:lnSpc>
                        <a:buNone/>
                      </a:pPr>
                      <a:r>
                        <a:rPr lang="en-IN" sz="1200" b="1">
                          <a:effectLst/>
                          <a:latin typeface="Times New Roman"/>
                        </a:rPr>
                        <a:t>Part1Total</a:t>
                      </a:r>
                      <a:r>
                        <a:rPr lang="en-IN" sz="1200" dirty="0">
                          <a:effectLst/>
                          <a:latin typeface="Times New Roman"/>
                        </a:rPr>
                        <a:t> </a:t>
                      </a:r>
                      <a:endParaRPr lang="en-IN" dirty="0">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fontAlgn="base">
                        <a:lnSpc>
                          <a:spcPts val="1457"/>
                        </a:lnSpc>
                        <a:buNone/>
                      </a:pPr>
                      <a:r>
                        <a:rPr lang="en-IN" sz="1200" i="1">
                          <a:effectLst/>
                          <a:latin typeface="Times New Roman"/>
                        </a:rPr>
                        <a:t>Total marks in Part 1 (First Year) </a:t>
                      </a:r>
                      <a:endParaRPr lang="en-IN" i="1">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fontAlgn="base">
                        <a:lnSpc>
                          <a:spcPts val="1457"/>
                        </a:lnSpc>
                        <a:buNone/>
                      </a:pPr>
                      <a:r>
                        <a:rPr lang="en-IN" sz="1200">
                          <a:effectLst/>
                          <a:latin typeface="Times New Roman" panose="02020603050405020304" pitchFamily="18" charset="0"/>
                        </a:rPr>
                        <a:t>Numeric </a:t>
                      </a:r>
                      <a:endParaRPr lang="en-IN">
                        <a:effectLst/>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lvl="0">
                        <a:lnSpc>
                          <a:spcPts val="1457"/>
                        </a:lnSpc>
                        <a:buNone/>
                      </a:pPr>
                      <a:endParaRPr lang="en-IN" sz="1200" dirty="0">
                        <a:effectLst/>
                        <a:latin typeface="Times New Roman"/>
                      </a:endParaRPr>
                    </a:p>
                  </a:txBody>
                  <a:tcPr marL="66674" marR="66674">
                    <a:lnL w="9525" cap="flat" cmpd="sng" algn="ctr">
                      <a:solidFill>
                        <a:schemeClr val="bg1"/>
                      </a:solidFill>
                      <a:prstDash val="solid"/>
                      <a:round/>
                      <a:headEnd type="none" w="med" len="med"/>
                      <a:tailEnd type="none" w="med" len="med"/>
                    </a:lnL>
                    <a:lnR w="9524">
                      <a:solidFill>
                        <a:schemeClr val="bg1"/>
                      </a:solidFill>
                    </a:lnR>
                    <a:lnT w="9524">
                      <a:solidFill>
                        <a:schemeClr val="bg1"/>
                      </a:solidFill>
                    </a:lnT>
                    <a:lnB w="9524">
                      <a:solidFill>
                        <a:schemeClr val="bg1"/>
                      </a:solidFill>
                    </a:lnB>
                    <a:noFill/>
                  </a:tcPr>
                </a:tc>
                <a:tc>
                  <a:txBody>
                    <a:bodyPr/>
                    <a:lstStyle/>
                    <a:p>
                      <a:pPr rtl="0" fontAlgn="base">
                        <a:lnSpc>
                          <a:spcPts val="1457"/>
                        </a:lnSpc>
                        <a:buNone/>
                      </a:pPr>
                      <a:r>
                        <a:rPr lang="en-IN" sz="1200">
                          <a:effectLst/>
                          <a:latin typeface="Times New Roman" panose="02020603050405020304" pitchFamily="18" charset="0"/>
                        </a:rPr>
                        <a:t>Range: 0 to Maximum Possible Marks(450), includes 'AA' (converted to NaN) </a:t>
                      </a:r>
                      <a:endParaRPr lang="en-IN">
                        <a:effectLst/>
                      </a:endParaRPr>
                    </a:p>
                  </a:txBody>
                  <a:tcPr marL="66675" marR="66675">
                    <a:lnL w="9524"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645961984"/>
                  </a:ext>
                </a:extLst>
              </a:tr>
              <a:tr h="689216">
                <a:tc>
                  <a:txBody>
                    <a:bodyPr/>
                    <a:lstStyle/>
                    <a:p>
                      <a:pPr rtl="0" fontAlgn="base">
                        <a:lnSpc>
                          <a:spcPts val="1457"/>
                        </a:lnSpc>
                        <a:buNone/>
                      </a:pPr>
                      <a:r>
                        <a:rPr lang="en-IN" sz="1200" b="1">
                          <a:effectLst/>
                          <a:latin typeface="Times New Roman"/>
                        </a:rPr>
                        <a:t>Part2Total</a:t>
                      </a:r>
                      <a:r>
                        <a:rPr lang="en-IN" sz="1200" dirty="0">
                          <a:effectLst/>
                          <a:latin typeface="Times New Roman"/>
                        </a:rPr>
                        <a:t> </a:t>
                      </a:r>
                      <a:endParaRPr lang="en-IN" dirty="0">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fontAlgn="base">
                        <a:lnSpc>
                          <a:spcPts val="1457"/>
                        </a:lnSpc>
                        <a:buNone/>
                      </a:pPr>
                      <a:r>
                        <a:rPr lang="en-IN" sz="1200" i="1">
                          <a:effectLst/>
                          <a:latin typeface="Times New Roman"/>
                        </a:rPr>
                        <a:t>Total marks in Part 2 (Second Year) </a:t>
                      </a:r>
                      <a:endParaRPr lang="en-IN" i="1">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fontAlgn="base">
                        <a:lnSpc>
                          <a:spcPts val="1457"/>
                        </a:lnSpc>
                        <a:buNone/>
                      </a:pPr>
                      <a:r>
                        <a:rPr lang="en-IN" sz="1200">
                          <a:effectLst/>
                          <a:latin typeface="Times New Roman" panose="02020603050405020304" pitchFamily="18" charset="0"/>
                        </a:rPr>
                        <a:t>Numeric </a:t>
                      </a:r>
                      <a:endParaRPr lang="en-IN">
                        <a:effectLst/>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lvl="0">
                        <a:lnSpc>
                          <a:spcPts val="1457"/>
                        </a:lnSpc>
                        <a:buNone/>
                      </a:pPr>
                      <a:endParaRPr lang="en-IN" sz="1200" dirty="0">
                        <a:effectLst/>
                        <a:latin typeface="Times New Roman"/>
                      </a:endParaRPr>
                    </a:p>
                  </a:txBody>
                  <a:tcPr marL="66674" marR="66674">
                    <a:lnL w="9525" cap="flat" cmpd="sng" algn="ctr">
                      <a:solidFill>
                        <a:schemeClr val="bg1"/>
                      </a:solidFill>
                      <a:prstDash val="solid"/>
                      <a:round/>
                      <a:headEnd type="none" w="med" len="med"/>
                      <a:tailEnd type="none" w="med" len="med"/>
                    </a:lnL>
                    <a:lnR w="9524">
                      <a:solidFill>
                        <a:schemeClr val="bg1"/>
                      </a:solidFill>
                    </a:lnR>
                    <a:lnT w="9524">
                      <a:solidFill>
                        <a:schemeClr val="bg1"/>
                      </a:solidFill>
                    </a:lnT>
                    <a:lnB w="9524">
                      <a:solidFill>
                        <a:schemeClr val="bg1"/>
                      </a:solidFill>
                    </a:lnB>
                    <a:noFill/>
                  </a:tcPr>
                </a:tc>
                <a:tc>
                  <a:txBody>
                    <a:bodyPr/>
                    <a:lstStyle/>
                    <a:p>
                      <a:pPr rtl="0" fontAlgn="base">
                        <a:lnSpc>
                          <a:spcPts val="1457"/>
                        </a:lnSpc>
                        <a:buNone/>
                      </a:pPr>
                      <a:r>
                        <a:rPr lang="en-IN" sz="1200">
                          <a:effectLst/>
                          <a:latin typeface="Times New Roman" panose="02020603050405020304" pitchFamily="18" charset="0"/>
                        </a:rPr>
                        <a:t>Range: 0 to Maximum Possible Marks(450), Includes 'AA' (converted to NaN) </a:t>
                      </a:r>
                      <a:endParaRPr lang="en-IN">
                        <a:effectLst/>
                      </a:endParaRPr>
                    </a:p>
                  </a:txBody>
                  <a:tcPr marL="66675" marR="66675">
                    <a:lnL w="9524"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976926671"/>
                  </a:ext>
                </a:extLst>
              </a:tr>
              <a:tr h="879851">
                <a:tc>
                  <a:txBody>
                    <a:bodyPr/>
                    <a:lstStyle/>
                    <a:p>
                      <a:pPr rtl="0" fontAlgn="base">
                        <a:lnSpc>
                          <a:spcPts val="1457"/>
                        </a:lnSpc>
                        <a:buNone/>
                      </a:pPr>
                      <a:r>
                        <a:rPr lang="en-IN" sz="1200" b="1">
                          <a:effectLst/>
                          <a:latin typeface="Times New Roman"/>
                        </a:rPr>
                        <a:t>GrandTotal</a:t>
                      </a:r>
                      <a:r>
                        <a:rPr lang="en-IN" sz="1200" dirty="0">
                          <a:effectLst/>
                          <a:latin typeface="Times New Roman"/>
                        </a:rPr>
                        <a:t> </a:t>
                      </a:r>
                      <a:endParaRPr lang="en-IN" dirty="0">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fontAlgn="base">
                        <a:lnSpc>
                          <a:spcPts val="1457"/>
                        </a:lnSpc>
                        <a:buNone/>
                      </a:pPr>
                      <a:r>
                        <a:rPr lang="en-IN" sz="1200" i="1">
                          <a:effectLst/>
                          <a:latin typeface="Times New Roman"/>
                        </a:rPr>
                        <a:t>Sum of Part1Total and Part2Total </a:t>
                      </a:r>
                      <a:endParaRPr lang="en-IN" i="1">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fontAlgn="base">
                        <a:lnSpc>
                          <a:spcPts val="1457"/>
                        </a:lnSpc>
                        <a:buNone/>
                      </a:pPr>
                      <a:r>
                        <a:rPr lang="en-IN" sz="1200">
                          <a:effectLst/>
                          <a:latin typeface="Times New Roman" panose="02020603050405020304" pitchFamily="18" charset="0"/>
                        </a:rPr>
                        <a:t>Numeric </a:t>
                      </a:r>
                      <a:endParaRPr lang="en-IN">
                        <a:effectLst/>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lvl="0">
                        <a:lnSpc>
                          <a:spcPts val="1457"/>
                        </a:lnSpc>
                        <a:buNone/>
                      </a:pPr>
                      <a:endParaRPr lang="en-IN" sz="1200" dirty="0">
                        <a:effectLst/>
                        <a:latin typeface="Times New Roman"/>
                      </a:endParaRPr>
                    </a:p>
                  </a:txBody>
                  <a:tcPr marL="66674" marR="66674">
                    <a:lnL w="9525" cap="flat" cmpd="sng" algn="ctr">
                      <a:solidFill>
                        <a:schemeClr val="bg1"/>
                      </a:solidFill>
                      <a:prstDash val="solid"/>
                      <a:round/>
                      <a:headEnd type="none" w="med" len="med"/>
                      <a:tailEnd type="none" w="med" len="med"/>
                    </a:lnL>
                    <a:lnR w="9524">
                      <a:solidFill>
                        <a:schemeClr val="bg1"/>
                      </a:solidFill>
                    </a:lnR>
                    <a:lnT w="9524">
                      <a:solidFill>
                        <a:schemeClr val="bg1"/>
                      </a:solidFill>
                    </a:lnT>
                    <a:lnB w="9524">
                      <a:solidFill>
                        <a:schemeClr val="bg1"/>
                      </a:solidFill>
                    </a:lnB>
                    <a:noFill/>
                  </a:tcPr>
                </a:tc>
                <a:tc>
                  <a:txBody>
                    <a:bodyPr/>
                    <a:lstStyle/>
                    <a:p>
                      <a:pPr rtl="0" fontAlgn="base">
                        <a:lnSpc>
                          <a:spcPts val="1457"/>
                        </a:lnSpc>
                        <a:buNone/>
                      </a:pPr>
                      <a:r>
                        <a:rPr lang="en-IN" sz="1200">
                          <a:effectLst/>
                          <a:latin typeface="Times New Roman" panose="02020603050405020304" pitchFamily="18" charset="0"/>
                        </a:rPr>
                        <a:t>Calculated field, sum of Part1Total(First Year) and Part2Total(Second Year). (Range: 0 to 900) </a:t>
                      </a:r>
                      <a:endParaRPr lang="en-IN">
                        <a:effectLst/>
                      </a:endParaRPr>
                    </a:p>
                  </a:txBody>
                  <a:tcPr marL="66675" marR="66675">
                    <a:lnL w="9524"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22909317"/>
                  </a:ext>
                </a:extLst>
              </a:tr>
              <a:tr h="483918">
                <a:tc>
                  <a:txBody>
                    <a:bodyPr/>
                    <a:lstStyle/>
                    <a:p>
                      <a:pPr rtl="0" fontAlgn="base">
                        <a:lnSpc>
                          <a:spcPts val="1457"/>
                        </a:lnSpc>
                        <a:buNone/>
                      </a:pPr>
                      <a:r>
                        <a:rPr lang="en-IN" sz="1200" b="1">
                          <a:effectLst/>
                          <a:latin typeface="Times New Roman"/>
                        </a:rPr>
                        <a:t>Result</a:t>
                      </a:r>
                      <a:r>
                        <a:rPr lang="en-IN" sz="1200" dirty="0">
                          <a:effectLst/>
                          <a:latin typeface="Times New Roman"/>
                        </a:rPr>
                        <a:t> </a:t>
                      </a:r>
                      <a:endParaRPr lang="en-IN" dirty="0">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fontAlgn="base">
                        <a:lnSpc>
                          <a:spcPts val="1457"/>
                        </a:lnSpc>
                        <a:buNone/>
                      </a:pPr>
                      <a:r>
                        <a:rPr lang="en-IN" sz="1200" i="1">
                          <a:effectLst/>
                          <a:latin typeface="Times New Roman"/>
                        </a:rPr>
                        <a:t>Final result of the student </a:t>
                      </a:r>
                      <a:endParaRPr lang="en-IN" i="1">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fontAlgn="base">
                        <a:lnSpc>
                          <a:spcPts val="1457"/>
                        </a:lnSpc>
                        <a:buNone/>
                      </a:pPr>
                      <a:r>
                        <a:rPr lang="en-IN" sz="1200">
                          <a:effectLst/>
                          <a:latin typeface="Times New Roman" panose="02020603050405020304" pitchFamily="18" charset="0"/>
                        </a:rPr>
                        <a:t>Categorical </a:t>
                      </a:r>
                      <a:endParaRPr lang="en-IN">
                        <a:effectLst/>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lvl="0">
                        <a:lnSpc>
                          <a:spcPts val="1457"/>
                        </a:lnSpc>
                        <a:buNone/>
                      </a:pPr>
                      <a:endParaRPr lang="en-IN" sz="1200" dirty="0">
                        <a:effectLst/>
                        <a:latin typeface="Times New Roman"/>
                      </a:endParaRPr>
                    </a:p>
                  </a:txBody>
                  <a:tcPr marL="66674" marR="66674">
                    <a:lnL w="9525" cap="flat" cmpd="sng" algn="ctr">
                      <a:solidFill>
                        <a:schemeClr val="bg1"/>
                      </a:solidFill>
                      <a:prstDash val="solid"/>
                      <a:round/>
                      <a:headEnd type="none" w="med" len="med"/>
                      <a:tailEnd type="none" w="med" len="med"/>
                    </a:lnL>
                    <a:lnR w="9524">
                      <a:solidFill>
                        <a:schemeClr val="bg1"/>
                      </a:solidFill>
                    </a:lnR>
                    <a:lnT w="9524">
                      <a:solidFill>
                        <a:schemeClr val="bg1"/>
                      </a:solidFill>
                    </a:lnT>
                    <a:lnB w="9524">
                      <a:solidFill>
                        <a:schemeClr val="bg1"/>
                      </a:solidFill>
                    </a:lnB>
                    <a:noFill/>
                  </a:tcPr>
                </a:tc>
                <a:tc>
                  <a:txBody>
                    <a:bodyPr/>
                    <a:lstStyle/>
                    <a:p>
                      <a:pPr rtl="0" fontAlgn="base">
                        <a:lnSpc>
                          <a:spcPts val="1457"/>
                        </a:lnSpc>
                        <a:buNone/>
                      </a:pPr>
                      <a:r>
                        <a:rPr lang="en-IN" sz="1200">
                          <a:effectLst/>
                          <a:latin typeface="Times New Roman" panose="02020603050405020304" pitchFamily="18" charset="0"/>
                        </a:rPr>
                        <a:t>'Passed', 'Failed', 'Elig/SE' (Eligible for Supplementary Exam), 'Absent', 'AA' </a:t>
                      </a:r>
                      <a:endParaRPr lang="en-IN">
                        <a:effectLst/>
                      </a:endParaRPr>
                    </a:p>
                  </a:txBody>
                  <a:tcPr marL="66675" marR="66675">
                    <a:lnL w="9524"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934567711"/>
                  </a:ext>
                </a:extLst>
              </a:tr>
              <a:tr h="1466422">
                <a:tc>
                  <a:txBody>
                    <a:bodyPr/>
                    <a:lstStyle/>
                    <a:p>
                      <a:pPr rtl="0" fontAlgn="base">
                        <a:lnSpc>
                          <a:spcPts val="1457"/>
                        </a:lnSpc>
                        <a:buNone/>
                      </a:pPr>
                      <a:r>
                        <a:rPr lang="en-IN" sz="1200" b="1">
                          <a:effectLst/>
                          <a:latin typeface="Times New Roman"/>
                        </a:rPr>
                        <a:t>Subject Columns</a:t>
                      </a:r>
                      <a:r>
                        <a:rPr lang="en-IN" sz="1200" dirty="0">
                          <a:effectLst/>
                          <a:latin typeface="Times New Roman"/>
                        </a:rPr>
                        <a:t> </a:t>
                      </a:r>
                      <a:endParaRPr lang="en-IN" dirty="0">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fontAlgn="base">
                        <a:lnSpc>
                          <a:spcPts val="1457"/>
                        </a:lnSpc>
                        <a:buNone/>
                      </a:pPr>
                      <a:r>
                        <a:rPr lang="en-IN" sz="1200" i="1">
                          <a:effectLst/>
                          <a:latin typeface="Times New Roman"/>
                        </a:rPr>
                        <a:t>Marks in individual subjects (Physics, Mathematics, Chemistry, etc.) </a:t>
                      </a:r>
                      <a:endParaRPr lang="en-IN" i="1">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fontAlgn="base">
                        <a:lnSpc>
                          <a:spcPts val="1457"/>
                        </a:lnSpc>
                        <a:buNone/>
                      </a:pPr>
                      <a:r>
                        <a:rPr lang="en-IN" sz="1200">
                          <a:effectLst/>
                          <a:latin typeface="Times New Roman" panose="02020603050405020304" pitchFamily="18" charset="0"/>
                        </a:rPr>
                        <a:t>Numeric </a:t>
                      </a:r>
                      <a:endParaRPr lang="en-IN">
                        <a:effectLst/>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lvl="0">
                        <a:lnSpc>
                          <a:spcPts val="1457"/>
                        </a:lnSpc>
                        <a:buNone/>
                      </a:pPr>
                      <a:endParaRPr lang="en-IN" sz="1200" dirty="0">
                        <a:effectLst/>
                        <a:latin typeface="Times New Roman"/>
                      </a:endParaRPr>
                    </a:p>
                  </a:txBody>
                  <a:tcPr marL="66674" marR="66674">
                    <a:lnL w="9525" cap="flat" cmpd="sng" algn="ctr">
                      <a:solidFill>
                        <a:schemeClr val="bg1"/>
                      </a:solidFill>
                      <a:prstDash val="solid"/>
                      <a:round/>
                      <a:headEnd type="none" w="med" len="med"/>
                      <a:tailEnd type="none" w="med" len="med"/>
                    </a:lnL>
                    <a:lnR w="9524">
                      <a:solidFill>
                        <a:schemeClr val="bg1"/>
                      </a:solidFill>
                    </a:lnR>
                    <a:lnT w="9524">
                      <a:solidFill>
                        <a:schemeClr val="bg1"/>
                      </a:solidFill>
                    </a:lnT>
                    <a:lnB w="9524">
                      <a:solidFill>
                        <a:schemeClr val="bg1"/>
                      </a:solidFill>
                    </a:lnB>
                    <a:noFill/>
                  </a:tcPr>
                </a:tc>
                <a:tc>
                  <a:txBody>
                    <a:bodyPr/>
                    <a:lstStyle/>
                    <a:p>
                      <a:pPr rtl="0" fontAlgn="base">
                        <a:lnSpc>
                          <a:spcPts val="1457"/>
                        </a:lnSpc>
                        <a:buNone/>
                      </a:pPr>
                      <a:r>
                        <a:rPr lang="en-IN" sz="1200">
                          <a:effectLst/>
                          <a:latin typeface="Times New Roman" panose="02020603050405020304" pitchFamily="18" charset="0"/>
                        </a:rPr>
                        <a:t>Range: 0 to Maximum Possible Marks for each subject.  </a:t>
                      </a:r>
                      <a:endParaRPr lang="en-IN">
                        <a:effectLst/>
                      </a:endParaRPr>
                    </a:p>
                    <a:p>
                      <a:pPr rtl="0" fontAlgn="base">
                        <a:lnSpc>
                          <a:spcPts val="1457"/>
                        </a:lnSpc>
                        <a:buNone/>
                      </a:pPr>
                      <a:r>
                        <a:rPr lang="en-IN" sz="1200">
                          <a:effectLst/>
                          <a:latin typeface="Times New Roman" panose="02020603050405020304" pitchFamily="18" charset="0"/>
                        </a:rPr>
                        <a:t>For Practical Subjects(Range: 0-50 for Practical and 0-33 for each theory exam) </a:t>
                      </a:r>
                      <a:endParaRPr lang="en-IN">
                        <a:effectLst/>
                      </a:endParaRPr>
                    </a:p>
                    <a:p>
                      <a:pPr rtl="0" fontAlgn="base">
                        <a:lnSpc>
                          <a:spcPts val="1457"/>
                        </a:lnSpc>
                        <a:buNone/>
                      </a:pPr>
                      <a:r>
                        <a:rPr lang="en-IN" sz="1200">
                          <a:effectLst/>
                          <a:latin typeface="Times New Roman" panose="02020603050405020304" pitchFamily="18" charset="0"/>
                        </a:rPr>
                        <a:t>For Non-Practical Subjects(Range: 0-50 for each Theory exam) </a:t>
                      </a:r>
                      <a:endParaRPr lang="en-IN">
                        <a:effectLst/>
                      </a:endParaRPr>
                    </a:p>
                  </a:txBody>
                  <a:tcPr marL="66675" marR="66675">
                    <a:lnL w="9524"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779341174"/>
                  </a:ext>
                </a:extLst>
              </a:tr>
            </a:tbl>
          </a:graphicData>
        </a:graphic>
      </p:graphicFrame>
    </p:spTree>
    <p:extLst>
      <p:ext uri="{BB962C8B-B14F-4D97-AF65-F5344CB8AC3E}">
        <p14:creationId xmlns:p14="http://schemas.microsoft.com/office/powerpoint/2010/main" val="3662677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EE190-899A-46D2-989D-C4BC6A46F946}"/>
              </a:ext>
            </a:extLst>
          </p:cNvPr>
          <p:cNvSpPr>
            <a:spLocks noGrp="1"/>
          </p:cNvSpPr>
          <p:nvPr>
            <p:ph type="title"/>
          </p:nvPr>
        </p:nvSpPr>
        <p:spPr>
          <a:xfrm>
            <a:off x="3248992" y="192156"/>
            <a:ext cx="5120640" cy="980661"/>
          </a:xfrm>
        </p:spPr>
        <p:txBody>
          <a:bodyPr/>
          <a:lstStyle/>
          <a:p>
            <a:r>
              <a:rPr lang="en-US"/>
              <a:t>Objectives</a:t>
            </a:r>
            <a:endParaRPr lang="en-US" dirty="0"/>
          </a:p>
        </p:txBody>
      </p:sp>
      <p:sp>
        <p:nvSpPr>
          <p:cNvPr id="3" name="Subtitle 2">
            <a:extLst>
              <a:ext uri="{FF2B5EF4-FFF2-40B4-BE49-F238E27FC236}">
                <a16:creationId xmlns:a16="http://schemas.microsoft.com/office/drawing/2014/main" id="{26BC9DE8-A5CC-4BE1-0DE5-CB15D01A7919}"/>
              </a:ext>
            </a:extLst>
          </p:cNvPr>
          <p:cNvSpPr>
            <a:spLocks noGrp="1"/>
          </p:cNvSpPr>
          <p:nvPr>
            <p:ph type="subTitle" idx="1"/>
          </p:nvPr>
        </p:nvSpPr>
        <p:spPr>
          <a:xfrm>
            <a:off x="1239078" y="1371600"/>
            <a:ext cx="9151507" cy="2447235"/>
          </a:xfrm>
        </p:spPr>
        <p:txBody>
          <a:bodyPr/>
          <a:lstStyle/>
          <a:p>
            <a:endParaRPr lang="en-US" sz="1100" dirty="0">
              <a:latin typeface="Times New Roman"/>
              <a:cs typeface="Times New Roman"/>
            </a:endParaRPr>
          </a:p>
          <a:p>
            <a:r>
              <a:rPr lang="en-IN" sz="2400">
                <a:latin typeface="Times New Roman"/>
                <a:cs typeface="Times New Roman"/>
              </a:rPr>
              <a:t>The academic performance of students is influenced by a wide range of factors—ranging from the type of institution they attend, to the subjects they choose, and even the presence of practical components in their curriculum. Understanding these influences is crucial not only for evaluating the effectiveness of current educational practices but also for shaping future academic strategies and student guidance mechanisms.</a:t>
            </a:r>
            <a:endParaRPr lang="en-US" sz="2400">
              <a:latin typeface="Times New Roman"/>
              <a:cs typeface="Times New Roman"/>
            </a:endParaRPr>
          </a:p>
          <a:p>
            <a:endParaRPr lang="en-US" dirty="0"/>
          </a:p>
        </p:txBody>
      </p:sp>
    </p:spTree>
    <p:extLst>
      <p:ext uri="{BB962C8B-B14F-4D97-AF65-F5344CB8AC3E}">
        <p14:creationId xmlns:p14="http://schemas.microsoft.com/office/powerpoint/2010/main" val="7797506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FF5EE67-DE83-C00F-F31C-58A2B46234DB}"/>
              </a:ext>
            </a:extLst>
          </p:cNvPr>
          <p:cNvSpPr>
            <a:spLocks noGrp="1"/>
          </p:cNvSpPr>
          <p:nvPr>
            <p:ph type="title"/>
          </p:nvPr>
        </p:nvSpPr>
        <p:spPr>
          <a:xfrm>
            <a:off x="207958" y="-2720"/>
            <a:ext cx="11788958" cy="619760"/>
          </a:xfrm>
        </p:spPr>
        <p:txBody>
          <a:bodyPr/>
          <a:lstStyle/>
          <a:p>
            <a:r>
              <a:rPr lang="en-IN" sz="1800">
                <a:latin typeface="Times New Roman"/>
                <a:cs typeface="Times New Roman"/>
              </a:rPr>
              <a:t>Q1. Determine if there's a statistically significant association between the institution type    (university vs. affiliated college) and student pass/fail status</a:t>
            </a:r>
            <a:endParaRPr lang="en-US" sz="1800" b="0">
              <a:latin typeface="Times New Roman"/>
              <a:cs typeface="Times New Roman"/>
            </a:endParaRPr>
          </a:p>
        </p:txBody>
      </p:sp>
      <p:pic>
        <p:nvPicPr>
          <p:cNvPr id="2" name="Content Placeholder 1" descr="Rectangle 9, Shape">
            <a:extLst>
              <a:ext uri="{FF2B5EF4-FFF2-40B4-BE49-F238E27FC236}">
                <a16:creationId xmlns:a16="http://schemas.microsoft.com/office/drawing/2014/main" id="{6DB08CB6-61B4-D650-583C-FCAD05642512}"/>
              </a:ext>
            </a:extLst>
          </p:cNvPr>
          <p:cNvPicPr>
            <a:picLocks noGrp="1" noChangeAspect="1"/>
          </p:cNvPicPr>
          <p:nvPr>
            <p:ph idx="14"/>
          </p:nvPr>
        </p:nvPicPr>
        <p:blipFill>
          <a:blip r:embed="rId3"/>
          <a:stretch>
            <a:fillRect/>
          </a:stretch>
        </p:blipFill>
        <p:spPr>
          <a:xfrm>
            <a:off x="1011" y="614590"/>
            <a:ext cx="6117652" cy="3365341"/>
          </a:xfrm>
        </p:spPr>
      </p:pic>
      <p:pic>
        <p:nvPicPr>
          <p:cNvPr id="6" name="Picture 5" descr="Rectangle 15, Shape">
            <a:extLst>
              <a:ext uri="{FF2B5EF4-FFF2-40B4-BE49-F238E27FC236}">
                <a16:creationId xmlns:a16="http://schemas.microsoft.com/office/drawing/2014/main" id="{519154B3-B0F4-6E7D-FB92-2B5849CD7951}"/>
              </a:ext>
            </a:extLst>
          </p:cNvPr>
          <p:cNvPicPr>
            <a:picLocks noChangeAspect="1"/>
          </p:cNvPicPr>
          <p:nvPr/>
        </p:nvPicPr>
        <p:blipFill>
          <a:blip r:embed="rId4"/>
          <a:stretch>
            <a:fillRect/>
          </a:stretch>
        </p:blipFill>
        <p:spPr>
          <a:xfrm>
            <a:off x="6006681" y="656596"/>
            <a:ext cx="6278231" cy="3278935"/>
          </a:xfrm>
          <a:prstGeom prst="rect">
            <a:avLst/>
          </a:prstGeom>
        </p:spPr>
      </p:pic>
      <p:pic>
        <p:nvPicPr>
          <p:cNvPr id="13" name="Picture 12">
            <a:extLst>
              <a:ext uri="{FF2B5EF4-FFF2-40B4-BE49-F238E27FC236}">
                <a16:creationId xmlns:a16="http://schemas.microsoft.com/office/drawing/2014/main" id="{5C5DE2D4-685F-0904-247A-B7C183BEE604}"/>
              </a:ext>
            </a:extLst>
          </p:cNvPr>
          <p:cNvPicPr>
            <a:picLocks noChangeAspect="1"/>
          </p:cNvPicPr>
          <p:nvPr/>
        </p:nvPicPr>
        <p:blipFill>
          <a:blip r:embed="rId5"/>
          <a:stretch>
            <a:fillRect/>
          </a:stretch>
        </p:blipFill>
        <p:spPr>
          <a:xfrm>
            <a:off x="-2612" y="3893028"/>
            <a:ext cx="6113983" cy="2964972"/>
          </a:xfrm>
          <a:prstGeom prst="rect">
            <a:avLst/>
          </a:prstGeom>
        </p:spPr>
      </p:pic>
      <p:pic>
        <p:nvPicPr>
          <p:cNvPr id="15" name="Picture 14">
            <a:extLst>
              <a:ext uri="{FF2B5EF4-FFF2-40B4-BE49-F238E27FC236}">
                <a16:creationId xmlns:a16="http://schemas.microsoft.com/office/drawing/2014/main" id="{5185C1A0-D55C-E403-3252-64CF957D2AC3}"/>
              </a:ext>
            </a:extLst>
          </p:cNvPr>
          <p:cNvPicPr>
            <a:picLocks noChangeAspect="1"/>
          </p:cNvPicPr>
          <p:nvPr/>
        </p:nvPicPr>
        <p:blipFill>
          <a:blip r:embed="rId6"/>
          <a:stretch>
            <a:fillRect/>
          </a:stretch>
        </p:blipFill>
        <p:spPr>
          <a:xfrm>
            <a:off x="6093214" y="3789061"/>
            <a:ext cx="6281289" cy="3072626"/>
          </a:xfrm>
          <a:prstGeom prst="rect">
            <a:avLst/>
          </a:prstGeom>
        </p:spPr>
      </p:pic>
    </p:spTree>
    <p:extLst>
      <p:ext uri="{BB962C8B-B14F-4D97-AF65-F5344CB8AC3E}">
        <p14:creationId xmlns:p14="http://schemas.microsoft.com/office/powerpoint/2010/main" val="25293387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DF9E134-98AA-3ECE-E40A-180C85ACD7D5}"/>
              </a:ext>
            </a:extLst>
          </p:cNvPr>
          <p:cNvSpPr>
            <a:spLocks noGrp="1"/>
          </p:cNvSpPr>
          <p:nvPr>
            <p:ph type="title"/>
          </p:nvPr>
        </p:nvSpPr>
        <p:spPr>
          <a:xfrm>
            <a:off x="710292" y="127001"/>
            <a:ext cx="9601200" cy="567521"/>
          </a:xfrm>
        </p:spPr>
        <p:txBody>
          <a:bodyPr/>
          <a:lstStyle/>
          <a:p>
            <a:r>
              <a:rPr lang="en-US" sz="1800">
                <a:latin typeface="Times New Roman"/>
                <a:cs typeface="Times New Roman"/>
              </a:rPr>
              <a:t>Q2. Does the inclusion of practical subjects in a student's curriculum influence their overall academic performance?</a:t>
            </a:r>
            <a:endParaRPr lang="en-US" sz="1800" b="0">
              <a:latin typeface="Times New Roman"/>
              <a:cs typeface="Times New Roman"/>
            </a:endParaRPr>
          </a:p>
        </p:txBody>
      </p:sp>
      <p:pic>
        <p:nvPicPr>
          <p:cNvPr id="17" name="Content Placeholder 16" descr="A graph of different colored bars&#10;&#10;AI-generated content may be incorrect.">
            <a:extLst>
              <a:ext uri="{FF2B5EF4-FFF2-40B4-BE49-F238E27FC236}">
                <a16:creationId xmlns:a16="http://schemas.microsoft.com/office/drawing/2014/main" id="{2897C3C8-9E84-3AC8-9B3B-C738AAAE07B2}"/>
              </a:ext>
            </a:extLst>
          </p:cNvPr>
          <p:cNvPicPr>
            <a:picLocks noGrp="1" noChangeAspect="1"/>
          </p:cNvPicPr>
          <p:nvPr>
            <p:ph idx="1"/>
          </p:nvPr>
        </p:nvPicPr>
        <p:blipFill>
          <a:blip r:embed="rId3"/>
          <a:stretch>
            <a:fillRect/>
          </a:stretch>
        </p:blipFill>
        <p:spPr>
          <a:xfrm>
            <a:off x="386443" y="1136870"/>
            <a:ext cx="5511165" cy="5592835"/>
          </a:xfrm>
        </p:spPr>
      </p:pic>
      <p:pic>
        <p:nvPicPr>
          <p:cNvPr id="21" name="Content Placeholder 20" descr="A graph of different colored bars&#10;&#10;AI-generated content may be incorrect.">
            <a:extLst>
              <a:ext uri="{FF2B5EF4-FFF2-40B4-BE49-F238E27FC236}">
                <a16:creationId xmlns:a16="http://schemas.microsoft.com/office/drawing/2014/main" id="{73F5EC5D-4532-2A20-C65B-DF125A591611}"/>
              </a:ext>
            </a:extLst>
          </p:cNvPr>
          <p:cNvPicPr>
            <a:picLocks noGrp="1" noChangeAspect="1"/>
          </p:cNvPicPr>
          <p:nvPr>
            <p:ph idx="10"/>
          </p:nvPr>
        </p:nvPicPr>
        <p:blipFill>
          <a:blip r:embed="rId4"/>
          <a:stretch>
            <a:fillRect/>
          </a:stretch>
        </p:blipFill>
        <p:spPr>
          <a:xfrm>
            <a:off x="5892710" y="1134859"/>
            <a:ext cx="5539740" cy="5596856"/>
          </a:xfrm>
        </p:spPr>
      </p:pic>
    </p:spTree>
    <p:extLst>
      <p:ext uri="{BB962C8B-B14F-4D97-AF65-F5344CB8AC3E}">
        <p14:creationId xmlns:p14="http://schemas.microsoft.com/office/powerpoint/2010/main" val="12659396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8AA35-AD22-AB95-D99A-2A4A6FC12E0D}"/>
              </a:ext>
            </a:extLst>
          </p:cNvPr>
          <p:cNvSpPr>
            <a:spLocks noGrp="1"/>
          </p:cNvSpPr>
          <p:nvPr>
            <p:ph type="title"/>
          </p:nvPr>
        </p:nvSpPr>
        <p:spPr>
          <a:xfrm>
            <a:off x="694859" y="175107"/>
            <a:ext cx="9601200" cy="573068"/>
          </a:xfrm>
        </p:spPr>
        <p:txBody>
          <a:bodyPr/>
          <a:lstStyle/>
          <a:p>
            <a:r>
              <a:rPr lang="en-US" sz="1800">
                <a:latin typeface="Times New Roman"/>
                <a:cs typeface="Times New Roman"/>
              </a:rPr>
              <a:t>Q3.</a:t>
            </a:r>
            <a:r>
              <a:rPr lang="en-US" sz="1800" b="0" dirty="0">
                <a:latin typeface="Times New Roman"/>
                <a:cs typeface="Times New Roman"/>
              </a:rPr>
              <a:t> </a:t>
            </a:r>
            <a:r>
              <a:rPr lang="en-US" sz="1800">
                <a:latin typeface="Times New Roman"/>
                <a:cs typeface="Times New Roman"/>
              </a:rPr>
              <a:t>Is there a correlation between student performance in practical exams and their overall academic performance?</a:t>
            </a:r>
          </a:p>
        </p:txBody>
      </p:sp>
      <p:pic>
        <p:nvPicPr>
          <p:cNvPr id="18" name="Content Placeholder 17" descr="Rectangle 17, Shape">
            <a:extLst>
              <a:ext uri="{FF2B5EF4-FFF2-40B4-BE49-F238E27FC236}">
                <a16:creationId xmlns:a16="http://schemas.microsoft.com/office/drawing/2014/main" id="{9CDA2826-08B2-2295-B7E7-7E2CB0AE6A14}"/>
              </a:ext>
            </a:extLst>
          </p:cNvPr>
          <p:cNvPicPr>
            <a:picLocks noGrp="1" noChangeAspect="1"/>
          </p:cNvPicPr>
          <p:nvPr>
            <p:ph idx="10"/>
          </p:nvPr>
        </p:nvPicPr>
        <p:blipFill>
          <a:blip r:embed="rId2"/>
          <a:stretch>
            <a:fillRect/>
          </a:stretch>
        </p:blipFill>
        <p:spPr>
          <a:xfrm>
            <a:off x="331010" y="964056"/>
            <a:ext cx="10342495" cy="2462197"/>
          </a:xfrm>
        </p:spPr>
      </p:pic>
      <p:pic>
        <p:nvPicPr>
          <p:cNvPr id="21" name="Content Placeholder 20" descr="Rectangle 18, Shape">
            <a:extLst>
              <a:ext uri="{FF2B5EF4-FFF2-40B4-BE49-F238E27FC236}">
                <a16:creationId xmlns:a16="http://schemas.microsoft.com/office/drawing/2014/main" id="{813C6031-36D5-8406-5C69-0BB08EDFFBB5}"/>
              </a:ext>
            </a:extLst>
          </p:cNvPr>
          <p:cNvPicPr>
            <a:picLocks noGrp="1" noChangeAspect="1"/>
          </p:cNvPicPr>
          <p:nvPr>
            <p:ph idx="1"/>
          </p:nvPr>
        </p:nvPicPr>
        <p:blipFill>
          <a:blip r:embed="rId3"/>
          <a:stretch>
            <a:fillRect/>
          </a:stretch>
        </p:blipFill>
        <p:spPr>
          <a:xfrm>
            <a:off x="362362" y="3870322"/>
            <a:ext cx="10299362" cy="2486871"/>
          </a:xfrm>
        </p:spPr>
      </p:pic>
    </p:spTree>
    <p:extLst>
      <p:ext uri="{BB962C8B-B14F-4D97-AF65-F5344CB8AC3E}">
        <p14:creationId xmlns:p14="http://schemas.microsoft.com/office/powerpoint/2010/main" val="409436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40C10D-342E-61CF-5939-688176D8019F}"/>
              </a:ext>
            </a:extLst>
          </p:cNvPr>
          <p:cNvSpPr>
            <a:spLocks noGrp="1"/>
          </p:cNvSpPr>
          <p:nvPr>
            <p:ph type="title"/>
          </p:nvPr>
        </p:nvSpPr>
        <p:spPr>
          <a:xfrm>
            <a:off x="3237832" y="3817130"/>
            <a:ext cx="5733690" cy="2602276"/>
          </a:xfrm>
        </p:spPr>
        <p:txBody>
          <a:bodyPr/>
          <a:lstStyle/>
          <a:p>
            <a:r>
              <a:rPr lang="en-IN" sz="2000" b="0">
                <a:latin typeface="Segoe UI"/>
                <a:cs typeface="Segoe UI"/>
              </a:rPr>
              <a:t>Pearson Correlation Coefficient: 0.9981</a:t>
            </a:r>
            <a:br>
              <a:rPr lang="en-IN" sz="2000" b="0" dirty="0">
                <a:latin typeface="Segoe UI"/>
                <a:cs typeface="Segoe UI"/>
              </a:rPr>
            </a:br>
            <a:endParaRPr lang="en-US" sz="900" b="0">
              <a:latin typeface="Segoe UI"/>
              <a:cs typeface="Segoe UI"/>
            </a:endParaRPr>
          </a:p>
          <a:p>
            <a:r>
              <a:rPr lang="en-IN" sz="900" b="0">
                <a:latin typeface="Segoe UI"/>
                <a:cs typeface="Segoe UI"/>
              </a:rPr>
              <a:t>📊</a:t>
            </a:r>
            <a:r>
              <a:rPr lang="en-IN" sz="2000" b="0">
                <a:latin typeface="Segoe UI"/>
                <a:cs typeface="Segoe UI"/>
              </a:rPr>
              <a:t> P-value: 0.0000</a:t>
            </a:r>
            <a:br>
              <a:rPr lang="en-IN" sz="2000" b="0" dirty="0">
                <a:latin typeface="Segoe UI"/>
                <a:cs typeface="Segoe UI"/>
              </a:rPr>
            </a:br>
            <a:endParaRPr lang="en-IN" sz="2000" b="0" dirty="0">
              <a:latin typeface="Segoe UI"/>
              <a:cs typeface="Segoe UI"/>
            </a:endParaRPr>
          </a:p>
          <a:p>
            <a:r>
              <a:rPr lang="en-IN" sz="900" b="0">
                <a:latin typeface="Segoe UI"/>
                <a:cs typeface="Segoe UI"/>
              </a:rPr>
              <a:t>✅</a:t>
            </a:r>
            <a:r>
              <a:rPr lang="en-IN" sz="2000" b="0">
                <a:latin typeface="Segoe UI"/>
                <a:cs typeface="Segoe UI"/>
              </a:rPr>
              <a:t> There is a statistically significant relationship between practical and total marks.</a:t>
            </a:r>
            <a:endParaRPr lang="en-US" sz="900" b="0">
              <a:latin typeface="Segoe UI"/>
              <a:cs typeface="Segoe UI"/>
            </a:endParaRPr>
          </a:p>
          <a:p>
            <a:endParaRPr lang="en-US" dirty="0"/>
          </a:p>
        </p:txBody>
      </p:sp>
      <p:pic>
        <p:nvPicPr>
          <p:cNvPr id="5" name="Content Placeholder 4" descr="Rectangle 19, Shape">
            <a:extLst>
              <a:ext uri="{FF2B5EF4-FFF2-40B4-BE49-F238E27FC236}">
                <a16:creationId xmlns:a16="http://schemas.microsoft.com/office/drawing/2014/main" id="{23F2A97A-CDDF-5F16-BE98-9833DFA0DD43}"/>
              </a:ext>
            </a:extLst>
          </p:cNvPr>
          <p:cNvPicPr>
            <a:picLocks noGrp="1" noChangeAspect="1"/>
          </p:cNvPicPr>
          <p:nvPr>
            <p:ph idx="1"/>
          </p:nvPr>
        </p:nvPicPr>
        <p:blipFill>
          <a:blip r:embed="rId2"/>
          <a:stretch>
            <a:fillRect/>
          </a:stretch>
        </p:blipFill>
        <p:spPr>
          <a:xfrm>
            <a:off x="332510" y="485866"/>
            <a:ext cx="5772687" cy="3332312"/>
          </a:xfrm>
        </p:spPr>
      </p:pic>
      <p:pic>
        <p:nvPicPr>
          <p:cNvPr id="7" name="Picture 6" descr="Rectangle 20, Shape">
            <a:extLst>
              <a:ext uri="{FF2B5EF4-FFF2-40B4-BE49-F238E27FC236}">
                <a16:creationId xmlns:a16="http://schemas.microsoft.com/office/drawing/2014/main" id="{46E37615-B372-0653-C085-FAC92693964D}"/>
              </a:ext>
            </a:extLst>
          </p:cNvPr>
          <p:cNvPicPr>
            <a:picLocks noChangeAspect="1"/>
          </p:cNvPicPr>
          <p:nvPr/>
        </p:nvPicPr>
        <p:blipFill>
          <a:blip r:embed="rId3"/>
          <a:stretch>
            <a:fillRect/>
          </a:stretch>
        </p:blipFill>
        <p:spPr>
          <a:xfrm>
            <a:off x="6586358" y="473286"/>
            <a:ext cx="5057775" cy="3352259"/>
          </a:xfrm>
          <a:prstGeom prst="rect">
            <a:avLst/>
          </a:prstGeom>
        </p:spPr>
      </p:pic>
      <p:sp>
        <p:nvSpPr>
          <p:cNvPr id="9" name="Content Placeholder 8">
            <a:extLst>
              <a:ext uri="{FF2B5EF4-FFF2-40B4-BE49-F238E27FC236}">
                <a16:creationId xmlns:a16="http://schemas.microsoft.com/office/drawing/2014/main" id="{A22A804E-62FC-68DC-F83D-9D0FCB343584}"/>
              </a:ext>
            </a:extLst>
          </p:cNvPr>
          <p:cNvSpPr>
            <a:spLocks noGrp="1"/>
          </p:cNvSpPr>
          <p:nvPr>
            <p:ph idx="10"/>
          </p:nvPr>
        </p:nvSpPr>
        <p:spPr/>
        <p:txBody>
          <a:bodyPr/>
          <a:lstStyle/>
          <a:p>
            <a:endParaRPr lang="en-US"/>
          </a:p>
        </p:txBody>
      </p:sp>
    </p:spTree>
    <p:extLst>
      <p:ext uri="{BB962C8B-B14F-4D97-AF65-F5344CB8AC3E}">
        <p14:creationId xmlns:p14="http://schemas.microsoft.com/office/powerpoint/2010/main" val="20341504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BB2E9A-AA4E-8F42-62DE-6A7E67F6E403}"/>
              </a:ext>
            </a:extLst>
          </p:cNvPr>
          <p:cNvSpPr>
            <a:spLocks noGrp="1"/>
          </p:cNvSpPr>
          <p:nvPr>
            <p:ph type="title"/>
          </p:nvPr>
        </p:nvSpPr>
        <p:spPr>
          <a:xfrm>
            <a:off x="434428" y="3811488"/>
            <a:ext cx="9601200" cy="2135649"/>
          </a:xfrm>
        </p:spPr>
        <p:txBody>
          <a:bodyPr/>
          <a:lstStyle/>
          <a:p>
            <a:r>
              <a:rPr lang="en-IN" sz="900" b="0">
                <a:solidFill>
                  <a:srgbClr val="C2CED1"/>
                </a:solidFill>
                <a:latin typeface="Segoe UI"/>
                <a:cs typeface="Segoe UI"/>
              </a:rPr>
              <a:t>📈</a:t>
            </a:r>
            <a:r>
              <a:rPr lang="en-IN" sz="2000" b="0" dirty="0">
                <a:solidFill>
                  <a:srgbClr val="C2CED1"/>
                </a:solidFill>
                <a:latin typeface="Segoe UI"/>
                <a:cs typeface="Segoe UI"/>
              </a:rPr>
              <a:t> </a:t>
            </a:r>
            <a:r>
              <a:rPr lang="en-IN" sz="2000" b="0">
                <a:latin typeface="Segoe UI"/>
                <a:cs typeface="Segoe UI"/>
              </a:rPr>
              <a:t>Pearson Correlation Coefficient: 0.9998</a:t>
            </a:r>
            <a:br>
              <a:rPr lang="en-IN" sz="2000" b="0" dirty="0">
                <a:latin typeface="Segoe UI"/>
                <a:cs typeface="Segoe UI"/>
              </a:rPr>
            </a:br>
            <a:endParaRPr lang="en-US" sz="2000" b="0">
              <a:latin typeface="Segoe UI"/>
              <a:cs typeface="Segoe UI"/>
            </a:endParaRPr>
          </a:p>
          <a:p>
            <a:r>
              <a:rPr lang="en-IN" sz="900" b="0">
                <a:latin typeface="Segoe UI"/>
                <a:cs typeface="Segoe UI"/>
              </a:rPr>
              <a:t>📊</a:t>
            </a:r>
            <a:r>
              <a:rPr lang="en-IN" sz="2000" b="0">
                <a:latin typeface="Segoe UI"/>
                <a:cs typeface="Segoe UI"/>
              </a:rPr>
              <a:t> P-value: 0.0000</a:t>
            </a:r>
            <a:br>
              <a:rPr lang="en-IN" sz="2000" b="0" dirty="0">
                <a:latin typeface="Segoe UI"/>
                <a:cs typeface="Segoe UI"/>
              </a:rPr>
            </a:br>
            <a:br>
              <a:rPr lang="en-IN" sz="900" b="0" dirty="0">
                <a:latin typeface="Segoe UI"/>
                <a:cs typeface="Segoe UI"/>
              </a:rPr>
            </a:br>
            <a:endParaRPr lang="en-US" sz="900" b="0">
              <a:latin typeface="Segoe UI"/>
              <a:cs typeface="Segoe UI"/>
            </a:endParaRPr>
          </a:p>
          <a:p>
            <a:r>
              <a:rPr lang="en-IN" sz="900" b="0">
                <a:latin typeface="Segoe UI"/>
                <a:cs typeface="Segoe UI"/>
              </a:rPr>
              <a:t>✅</a:t>
            </a:r>
            <a:r>
              <a:rPr lang="en-IN" sz="2000" b="0">
                <a:latin typeface="Segoe UI"/>
                <a:cs typeface="Segoe UI"/>
              </a:rPr>
              <a:t> There is a statistically significant relationship between practical and total marks.</a:t>
            </a:r>
            <a:endParaRPr lang="en-US" sz="2000" b="0">
              <a:latin typeface="Segoe UI"/>
              <a:cs typeface="Segoe UI"/>
            </a:endParaRPr>
          </a:p>
          <a:p>
            <a:endParaRPr lang="en-US" dirty="0"/>
          </a:p>
        </p:txBody>
      </p:sp>
      <p:pic>
        <p:nvPicPr>
          <p:cNvPr id="5" name="Content Placeholder 4" descr="Rectangle 21, Shape">
            <a:extLst>
              <a:ext uri="{FF2B5EF4-FFF2-40B4-BE49-F238E27FC236}">
                <a16:creationId xmlns:a16="http://schemas.microsoft.com/office/drawing/2014/main" id="{91C5F75B-4D0F-7090-BE57-8BF597B51FA4}"/>
              </a:ext>
            </a:extLst>
          </p:cNvPr>
          <p:cNvPicPr>
            <a:picLocks noGrp="1" noChangeAspect="1"/>
          </p:cNvPicPr>
          <p:nvPr>
            <p:ph idx="1"/>
          </p:nvPr>
        </p:nvPicPr>
        <p:blipFill>
          <a:blip r:embed="rId2"/>
          <a:stretch>
            <a:fillRect/>
          </a:stretch>
        </p:blipFill>
        <p:spPr>
          <a:xfrm>
            <a:off x="438976" y="481680"/>
            <a:ext cx="5069106" cy="3234400"/>
          </a:xfrm>
        </p:spPr>
      </p:pic>
      <p:pic>
        <p:nvPicPr>
          <p:cNvPr id="6" name="Content Placeholder 5" descr="Rectangle 22, Shape">
            <a:extLst>
              <a:ext uri="{FF2B5EF4-FFF2-40B4-BE49-F238E27FC236}">
                <a16:creationId xmlns:a16="http://schemas.microsoft.com/office/drawing/2014/main" id="{CE6E748B-2993-BF02-CA44-442D76423C15}"/>
              </a:ext>
            </a:extLst>
          </p:cNvPr>
          <p:cNvPicPr>
            <a:picLocks noGrp="1" noChangeAspect="1"/>
          </p:cNvPicPr>
          <p:nvPr>
            <p:ph idx="10"/>
          </p:nvPr>
        </p:nvPicPr>
        <p:blipFill>
          <a:blip r:embed="rId3"/>
          <a:stretch>
            <a:fillRect/>
          </a:stretch>
        </p:blipFill>
        <p:spPr>
          <a:xfrm>
            <a:off x="5873865" y="524304"/>
            <a:ext cx="4643015" cy="3187738"/>
          </a:xfrm>
        </p:spPr>
      </p:pic>
    </p:spTree>
    <p:extLst>
      <p:ext uri="{BB962C8B-B14F-4D97-AF65-F5344CB8AC3E}">
        <p14:creationId xmlns:p14="http://schemas.microsoft.com/office/powerpoint/2010/main" val="38701759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99D08-41BA-CA29-97AB-32FF10B0BFF2}"/>
              </a:ext>
            </a:extLst>
          </p:cNvPr>
          <p:cNvSpPr>
            <a:spLocks noGrp="1"/>
          </p:cNvSpPr>
          <p:nvPr>
            <p:ph type="title"/>
          </p:nvPr>
        </p:nvSpPr>
        <p:spPr>
          <a:xfrm>
            <a:off x="849188" y="271564"/>
            <a:ext cx="10855124" cy="688815"/>
          </a:xfrm>
        </p:spPr>
        <p:txBody>
          <a:bodyPr/>
          <a:lstStyle/>
          <a:p>
            <a:r>
              <a:rPr lang="en-US" sz="1800">
                <a:latin typeface="Times New Roman"/>
                <a:cs typeface="Times New Roman"/>
              </a:rPr>
              <a:t>Q4. Determine whether the subject combination impacts the overall academic performance of the students across  both University and Affiliated Colleges.</a:t>
            </a:r>
            <a:endParaRPr lang="en-US" sz="1800" b="0">
              <a:latin typeface="Times New Roman"/>
              <a:cs typeface="Times New Roman"/>
            </a:endParaRPr>
          </a:p>
        </p:txBody>
      </p:sp>
      <p:pic>
        <p:nvPicPr>
          <p:cNvPr id="5" name="Content Placeholder 4" descr="Rectangle 23, Shape">
            <a:extLst>
              <a:ext uri="{FF2B5EF4-FFF2-40B4-BE49-F238E27FC236}">
                <a16:creationId xmlns:a16="http://schemas.microsoft.com/office/drawing/2014/main" id="{55CB98E7-36E9-394E-9418-C08BAE24C3C9}"/>
              </a:ext>
            </a:extLst>
          </p:cNvPr>
          <p:cNvPicPr>
            <a:picLocks noGrp="1" noChangeAspect="1"/>
          </p:cNvPicPr>
          <p:nvPr>
            <p:ph idx="1"/>
          </p:nvPr>
        </p:nvPicPr>
        <p:blipFill>
          <a:blip r:embed="rId2"/>
          <a:stretch>
            <a:fillRect/>
          </a:stretch>
        </p:blipFill>
        <p:spPr>
          <a:xfrm>
            <a:off x="1042101" y="968827"/>
            <a:ext cx="8897843" cy="2858133"/>
          </a:xfrm>
        </p:spPr>
      </p:pic>
      <p:pic>
        <p:nvPicPr>
          <p:cNvPr id="6" name="Content Placeholder 5" descr="Rectangle 24, Shape">
            <a:extLst>
              <a:ext uri="{FF2B5EF4-FFF2-40B4-BE49-F238E27FC236}">
                <a16:creationId xmlns:a16="http://schemas.microsoft.com/office/drawing/2014/main" id="{663CE3F1-8F2F-8185-0CC9-808DD59F464F}"/>
              </a:ext>
            </a:extLst>
          </p:cNvPr>
          <p:cNvPicPr>
            <a:picLocks noGrp="1" noChangeAspect="1"/>
          </p:cNvPicPr>
          <p:nvPr>
            <p:ph idx="10"/>
          </p:nvPr>
        </p:nvPicPr>
        <p:blipFill>
          <a:blip r:embed="rId3"/>
          <a:stretch>
            <a:fillRect/>
          </a:stretch>
        </p:blipFill>
        <p:spPr>
          <a:xfrm>
            <a:off x="1064982" y="4021987"/>
            <a:ext cx="8849616" cy="2587384"/>
          </a:xfrm>
        </p:spPr>
      </p:pic>
    </p:spTree>
    <p:extLst>
      <p:ext uri="{BB962C8B-B14F-4D97-AF65-F5344CB8AC3E}">
        <p14:creationId xmlns:p14="http://schemas.microsoft.com/office/powerpoint/2010/main" val="19779173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12D6B-86C5-B6F7-E5B4-FACB80E01FD8}"/>
              </a:ext>
            </a:extLst>
          </p:cNvPr>
          <p:cNvSpPr>
            <a:spLocks noGrp="1"/>
          </p:cNvSpPr>
          <p:nvPr>
            <p:ph type="title"/>
          </p:nvPr>
        </p:nvSpPr>
        <p:spPr>
          <a:xfrm flipH="1">
            <a:off x="3274085" y="-1657550"/>
            <a:ext cx="1954192" cy="1527979"/>
          </a:xfrm>
        </p:spPr>
        <p:txBody>
          <a:bodyPr/>
          <a:lstStyle/>
          <a:p>
            <a:br>
              <a:rPr lang="en-US" dirty="0"/>
            </a:br>
            <a:endParaRPr lang="en-US" dirty="0"/>
          </a:p>
        </p:txBody>
      </p:sp>
      <p:pic>
        <p:nvPicPr>
          <p:cNvPr id="12" name="Content Placeholder 11" descr="Rectangle 25, Shape">
            <a:extLst>
              <a:ext uri="{FF2B5EF4-FFF2-40B4-BE49-F238E27FC236}">
                <a16:creationId xmlns:a16="http://schemas.microsoft.com/office/drawing/2014/main" id="{392D6C73-5A56-0BC2-DEAB-B57CBBA9D218}"/>
              </a:ext>
            </a:extLst>
          </p:cNvPr>
          <p:cNvPicPr>
            <a:picLocks noGrp="1" noChangeAspect="1"/>
          </p:cNvPicPr>
          <p:nvPr>
            <p:ph idx="10"/>
          </p:nvPr>
        </p:nvPicPr>
        <p:blipFill>
          <a:blip r:embed="rId2"/>
          <a:stretch>
            <a:fillRect/>
          </a:stretch>
        </p:blipFill>
        <p:spPr>
          <a:xfrm>
            <a:off x="1016844" y="3652545"/>
            <a:ext cx="9689416" cy="3007450"/>
          </a:xfrm>
        </p:spPr>
      </p:pic>
      <p:pic>
        <p:nvPicPr>
          <p:cNvPr id="11" name="Content Placeholder 10" descr="Rectangle 26, Shape">
            <a:extLst>
              <a:ext uri="{FF2B5EF4-FFF2-40B4-BE49-F238E27FC236}">
                <a16:creationId xmlns:a16="http://schemas.microsoft.com/office/drawing/2014/main" id="{1D7C30E6-F4D0-F25C-90F8-9F7977CAD6AC}"/>
              </a:ext>
            </a:extLst>
          </p:cNvPr>
          <p:cNvPicPr>
            <a:picLocks noGrp="1" noChangeAspect="1"/>
          </p:cNvPicPr>
          <p:nvPr>
            <p:ph idx="1"/>
          </p:nvPr>
        </p:nvPicPr>
        <p:blipFill>
          <a:blip r:embed="rId3"/>
          <a:stretch>
            <a:fillRect/>
          </a:stretch>
        </p:blipFill>
        <p:spPr>
          <a:xfrm>
            <a:off x="1012483" y="546672"/>
            <a:ext cx="9699062" cy="2891703"/>
          </a:xfrm>
        </p:spPr>
      </p:pic>
    </p:spTree>
    <p:extLst>
      <p:ext uri="{BB962C8B-B14F-4D97-AF65-F5344CB8AC3E}">
        <p14:creationId xmlns:p14="http://schemas.microsoft.com/office/powerpoint/2010/main" val="28939265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D5F0E-0303-C3C9-1397-15F6D0621092}"/>
              </a:ext>
            </a:extLst>
          </p:cNvPr>
          <p:cNvSpPr>
            <a:spLocks noGrp="1"/>
          </p:cNvSpPr>
          <p:nvPr>
            <p:ph type="title"/>
          </p:nvPr>
        </p:nvSpPr>
        <p:spPr>
          <a:xfrm>
            <a:off x="501948" y="223336"/>
            <a:ext cx="10681503" cy="862435"/>
          </a:xfrm>
        </p:spPr>
        <p:txBody>
          <a:bodyPr/>
          <a:lstStyle/>
          <a:p>
            <a:r>
              <a:rPr lang="en-US" sz="2000" b="0">
                <a:ea typeface="+mj-lt"/>
                <a:cs typeface="+mj-lt"/>
              </a:rPr>
              <a:t>Q5. Which subject should a student drop in the third year based upon statistical analysis of the</a:t>
            </a:r>
            <a:endParaRPr lang="en-US" sz="2000"/>
          </a:p>
          <a:p>
            <a:r>
              <a:rPr lang="en-US" sz="2000" b="0">
                <a:ea typeface="+mj-lt"/>
                <a:cs typeface="+mj-lt"/>
              </a:rPr>
              <a:t>past two years?</a:t>
            </a:r>
            <a:endParaRPr lang="en-US" sz="2000"/>
          </a:p>
        </p:txBody>
      </p:sp>
      <p:pic>
        <p:nvPicPr>
          <p:cNvPr id="5" name="Content Placeholder 4">
            <a:extLst>
              <a:ext uri="{FF2B5EF4-FFF2-40B4-BE49-F238E27FC236}">
                <a16:creationId xmlns:a16="http://schemas.microsoft.com/office/drawing/2014/main" id="{527CEE79-1D6F-4360-CE0F-06B7EC32EECA}"/>
              </a:ext>
            </a:extLst>
          </p:cNvPr>
          <p:cNvPicPr>
            <a:picLocks noGrp="1" noChangeAspect="1"/>
          </p:cNvPicPr>
          <p:nvPr>
            <p:ph idx="1"/>
          </p:nvPr>
        </p:nvPicPr>
        <p:blipFill>
          <a:blip r:embed="rId2"/>
          <a:srcRect l="-6354" r="-214" b="-5345"/>
          <a:stretch/>
        </p:blipFill>
        <p:spPr>
          <a:xfrm>
            <a:off x="279405" y="1713493"/>
            <a:ext cx="11400163" cy="4927217"/>
          </a:xfrm>
        </p:spPr>
      </p:pic>
      <p:sp>
        <p:nvSpPr>
          <p:cNvPr id="4" name="Content Placeholder 3">
            <a:extLst>
              <a:ext uri="{FF2B5EF4-FFF2-40B4-BE49-F238E27FC236}">
                <a16:creationId xmlns:a16="http://schemas.microsoft.com/office/drawing/2014/main" id="{47D1EA6E-F6EA-7C4E-7F5F-6E5E79F5D9CF}"/>
              </a:ext>
            </a:extLst>
          </p:cNvPr>
          <p:cNvSpPr>
            <a:spLocks noGrp="1"/>
          </p:cNvSpPr>
          <p:nvPr>
            <p:ph idx="10"/>
          </p:nvPr>
        </p:nvSpPr>
        <p:spPr>
          <a:xfrm>
            <a:off x="12427462" y="1339149"/>
            <a:ext cx="4663440" cy="3332832"/>
          </a:xfrm>
        </p:spPr>
        <p:txBody>
          <a:bodyPr vert="horz" lIns="91440" tIns="45720" rIns="91440" bIns="45720" rtlCol="0" anchor="t">
            <a:normAutofit/>
          </a:bodyPr>
          <a:lstStyle/>
          <a:p>
            <a:endParaRPr lang="en-US" dirty="0"/>
          </a:p>
        </p:txBody>
      </p:sp>
    </p:spTree>
    <p:extLst>
      <p:ext uri="{BB962C8B-B14F-4D97-AF65-F5344CB8AC3E}">
        <p14:creationId xmlns:p14="http://schemas.microsoft.com/office/powerpoint/2010/main" val="17993013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83C41E4-E938-69D7-A6BF-28A682CB06A4}"/>
              </a:ext>
            </a:extLst>
          </p:cNvPr>
          <p:cNvSpPr txBox="1"/>
          <p:nvPr/>
        </p:nvSpPr>
        <p:spPr>
          <a:xfrm>
            <a:off x="837236" y="808299"/>
            <a:ext cx="10295680" cy="600164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u="sng"/>
              <a:t>Hypothesis Testing 1</a:t>
            </a:r>
            <a:r>
              <a:rPr lang="en-US" sz="3200"/>
              <a:t>: Verifying that a student’s result whether Pass/Fail depends upon the institution in which he/she is studying. </a:t>
            </a:r>
            <a:endParaRPr lang="en-US"/>
          </a:p>
          <a:p>
            <a:r>
              <a:rPr lang="en-US" sz="3200" b="1" u="sng"/>
              <a:t>Null Hypothesis(Ho)</a:t>
            </a:r>
            <a:r>
              <a:rPr lang="en-US" sz="3200"/>
              <a:t> : There is no relation between the result of student with the institute he is enrolled in. </a:t>
            </a:r>
            <a:r>
              <a:rPr lang="en-US" sz="3200" b="1" u="sng"/>
              <a:t>Alternate Hypothesis(H1)</a:t>
            </a:r>
            <a:r>
              <a:rPr lang="en-US" sz="3200"/>
              <a:t> : There is significant relation between the result of student with the institute he is enrolled in. </a:t>
            </a:r>
            <a:endParaRPr lang="en-US"/>
          </a:p>
          <a:p>
            <a:r>
              <a:rPr lang="en-US" sz="3200" b="1" u="sng"/>
              <a:t>Solution:</a:t>
            </a:r>
            <a:r>
              <a:rPr lang="en-US" sz="3200"/>
              <a:t> For this, Chi-Square Test can be a better option for Inferential Statistics because we had categorical data such as (College-Passed, College-Failed, University-Passed, University Failed)</a:t>
            </a:r>
            <a:endParaRPr lang="en-US"/>
          </a:p>
        </p:txBody>
      </p:sp>
    </p:spTree>
    <p:extLst>
      <p:ext uri="{BB962C8B-B14F-4D97-AF65-F5344CB8AC3E}">
        <p14:creationId xmlns:p14="http://schemas.microsoft.com/office/powerpoint/2010/main" val="22175282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computer screen shot of a computer&#10;&#10;AI-generated content may be incorrect.">
            <a:extLst>
              <a:ext uri="{FF2B5EF4-FFF2-40B4-BE49-F238E27FC236}">
                <a16:creationId xmlns:a16="http://schemas.microsoft.com/office/drawing/2014/main" id="{7EE70774-1AF6-EA7F-524C-6EFABB8D9FF6}"/>
              </a:ext>
            </a:extLst>
          </p:cNvPr>
          <p:cNvPicPr>
            <a:picLocks noChangeAspect="1"/>
          </p:cNvPicPr>
          <p:nvPr/>
        </p:nvPicPr>
        <p:blipFill>
          <a:blip r:embed="rId3"/>
          <a:stretch>
            <a:fillRect/>
          </a:stretch>
        </p:blipFill>
        <p:spPr>
          <a:xfrm>
            <a:off x="185738" y="223838"/>
            <a:ext cx="11896725" cy="2981325"/>
          </a:xfrm>
          <a:prstGeom prst="rect">
            <a:avLst/>
          </a:prstGeom>
        </p:spPr>
      </p:pic>
      <p:pic>
        <p:nvPicPr>
          <p:cNvPr id="12" name="Picture 11" descr="A white background with black text&#10;&#10;AI-generated content may be incorrect.">
            <a:extLst>
              <a:ext uri="{FF2B5EF4-FFF2-40B4-BE49-F238E27FC236}">
                <a16:creationId xmlns:a16="http://schemas.microsoft.com/office/drawing/2014/main" id="{423B2DEE-602A-0A59-1D11-5F874DF8B27B}"/>
              </a:ext>
            </a:extLst>
          </p:cNvPr>
          <p:cNvPicPr>
            <a:picLocks noChangeAspect="1"/>
          </p:cNvPicPr>
          <p:nvPr/>
        </p:nvPicPr>
        <p:blipFill>
          <a:blip r:embed="rId4"/>
          <a:stretch>
            <a:fillRect/>
          </a:stretch>
        </p:blipFill>
        <p:spPr>
          <a:xfrm>
            <a:off x="276225" y="3424238"/>
            <a:ext cx="11801475" cy="3200400"/>
          </a:xfrm>
          <a:prstGeom prst="rect">
            <a:avLst/>
          </a:prstGeom>
        </p:spPr>
      </p:pic>
    </p:spTree>
    <p:extLst>
      <p:ext uri="{BB962C8B-B14F-4D97-AF65-F5344CB8AC3E}">
        <p14:creationId xmlns:p14="http://schemas.microsoft.com/office/powerpoint/2010/main" val="26521028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A63295F-2C00-E096-C5BE-76A672870C94}"/>
              </a:ext>
            </a:extLst>
          </p:cNvPr>
          <p:cNvSpPr txBox="1"/>
          <p:nvPr/>
        </p:nvSpPr>
        <p:spPr>
          <a:xfrm>
            <a:off x="576806" y="1030147"/>
            <a:ext cx="11038388" cy="39703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u="sng"/>
              <a:t>Hypothesis Testing 2</a:t>
            </a:r>
            <a:r>
              <a:rPr lang="en-US" sz="2800"/>
              <a:t>: Verifying that a student’s result aggregate is affected by his/her subject combination choice. </a:t>
            </a:r>
            <a:endParaRPr lang="en-US"/>
          </a:p>
          <a:p>
            <a:r>
              <a:rPr lang="en-US" sz="2800" b="1" u="sng"/>
              <a:t>Null Hypothesis(Ho)</a:t>
            </a:r>
            <a:r>
              <a:rPr lang="en-US" sz="2800"/>
              <a:t> : There is no relation between the result of student with the subject combination he has choosen. </a:t>
            </a:r>
            <a:endParaRPr lang="en-US"/>
          </a:p>
          <a:p>
            <a:r>
              <a:rPr lang="en-US" sz="2800" b="1" u="sng"/>
              <a:t>Alternate Hypothesis(H1)</a:t>
            </a:r>
            <a:r>
              <a:rPr lang="en-US" sz="2800"/>
              <a:t>: There is a significant relation between the result of student with the subject combination he has choosen </a:t>
            </a:r>
            <a:endParaRPr lang="en-US"/>
          </a:p>
          <a:p>
            <a:r>
              <a:rPr lang="en-US" sz="2800" b="1" u="sng"/>
              <a:t>Solution:</a:t>
            </a:r>
            <a:r>
              <a:rPr lang="en-US" sz="2800"/>
              <a:t> For this, Chi-Square Test can be a better option for Inferential Statistics because we had categorical data such as (‘Subject Combination’-‘Result Type’)</a:t>
            </a:r>
            <a:endParaRPr lang="en-US"/>
          </a:p>
        </p:txBody>
      </p:sp>
    </p:spTree>
    <p:extLst>
      <p:ext uri="{BB962C8B-B14F-4D97-AF65-F5344CB8AC3E}">
        <p14:creationId xmlns:p14="http://schemas.microsoft.com/office/powerpoint/2010/main" val="41049055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pic>
        <p:nvPicPr>
          <p:cNvPr id="11" name="Picture 10" descr="A screenshot of a computer&#10;&#10;AI-generated content may be incorrect.">
            <a:extLst>
              <a:ext uri="{FF2B5EF4-FFF2-40B4-BE49-F238E27FC236}">
                <a16:creationId xmlns:a16="http://schemas.microsoft.com/office/drawing/2014/main" id="{A52C7934-822F-AC3B-02D2-C56875EA1776}"/>
              </a:ext>
            </a:extLst>
          </p:cNvPr>
          <p:cNvPicPr>
            <a:picLocks noChangeAspect="1"/>
          </p:cNvPicPr>
          <p:nvPr/>
        </p:nvPicPr>
        <p:blipFill>
          <a:blip r:embed="rId3"/>
          <a:srcRect r="20389" b="-261"/>
          <a:stretch/>
        </p:blipFill>
        <p:spPr>
          <a:xfrm>
            <a:off x="-938" y="2655"/>
            <a:ext cx="12218480" cy="6965139"/>
          </a:xfrm>
          <a:prstGeom prst="rect">
            <a:avLst/>
          </a:prstGeom>
          <a:ln>
            <a:solidFill>
              <a:schemeClr val="accent2"/>
            </a:solidFill>
          </a:ln>
        </p:spPr>
      </p:pic>
      <p:sp>
        <p:nvSpPr>
          <p:cNvPr id="12" name="TextBox 11">
            <a:extLst>
              <a:ext uri="{FF2B5EF4-FFF2-40B4-BE49-F238E27FC236}">
                <a16:creationId xmlns:a16="http://schemas.microsoft.com/office/drawing/2014/main" id="{5B9C4927-D6DE-FBA9-C7A8-7241A469B1B5}"/>
              </a:ext>
            </a:extLst>
          </p:cNvPr>
          <p:cNvSpPr txBox="1"/>
          <p:nvPr/>
        </p:nvSpPr>
        <p:spPr>
          <a:xfrm>
            <a:off x="5732082" y="2983182"/>
            <a:ext cx="190548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1st Year</a:t>
            </a:r>
          </a:p>
        </p:txBody>
      </p:sp>
    </p:spTree>
    <p:extLst>
      <p:ext uri="{BB962C8B-B14F-4D97-AF65-F5344CB8AC3E}">
        <p14:creationId xmlns:p14="http://schemas.microsoft.com/office/powerpoint/2010/main" val="3626495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omputer&#10;&#10;AI-generated content may be incorrect.">
            <a:extLst>
              <a:ext uri="{FF2B5EF4-FFF2-40B4-BE49-F238E27FC236}">
                <a16:creationId xmlns:a16="http://schemas.microsoft.com/office/drawing/2014/main" id="{5A54A4A4-0AD3-12B9-FB5E-C3A43165FACC}"/>
              </a:ext>
            </a:extLst>
          </p:cNvPr>
          <p:cNvPicPr>
            <a:picLocks noChangeAspect="1"/>
          </p:cNvPicPr>
          <p:nvPr/>
        </p:nvPicPr>
        <p:blipFill>
          <a:blip r:embed="rId2"/>
          <a:stretch>
            <a:fillRect/>
          </a:stretch>
        </p:blipFill>
        <p:spPr>
          <a:xfrm>
            <a:off x="-4521" y="543"/>
            <a:ext cx="12201041" cy="6866559"/>
          </a:xfrm>
          <a:prstGeom prst="rect">
            <a:avLst/>
          </a:prstGeom>
        </p:spPr>
      </p:pic>
      <p:sp>
        <p:nvSpPr>
          <p:cNvPr id="6" name="TextBox 5">
            <a:extLst>
              <a:ext uri="{FF2B5EF4-FFF2-40B4-BE49-F238E27FC236}">
                <a16:creationId xmlns:a16="http://schemas.microsoft.com/office/drawing/2014/main" id="{AE8196C9-AD0E-0FAC-245D-7FB2BE974BA8}"/>
              </a:ext>
            </a:extLst>
          </p:cNvPr>
          <p:cNvSpPr txBox="1"/>
          <p:nvPr/>
        </p:nvSpPr>
        <p:spPr>
          <a:xfrm>
            <a:off x="5540865" y="2996749"/>
            <a:ext cx="1076956"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2nd year</a:t>
            </a:r>
            <a:endParaRPr lang="en-US" b="1" dirty="0"/>
          </a:p>
          <a:p>
            <a:endParaRPr lang="en-US" b="1" dirty="0"/>
          </a:p>
        </p:txBody>
      </p:sp>
    </p:spTree>
    <p:extLst>
      <p:ext uri="{BB962C8B-B14F-4D97-AF65-F5344CB8AC3E}">
        <p14:creationId xmlns:p14="http://schemas.microsoft.com/office/powerpoint/2010/main" val="1448423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5" name="Picture 4" descr="A graph of a dropout comparison between first and second year&#10;&#10;AI-generated content may be incorrect.">
            <a:extLst>
              <a:ext uri="{FF2B5EF4-FFF2-40B4-BE49-F238E27FC236}">
                <a16:creationId xmlns:a16="http://schemas.microsoft.com/office/drawing/2014/main" id="{E80295BD-5FFA-7D51-C278-6215614FD16A}"/>
              </a:ext>
            </a:extLst>
          </p:cNvPr>
          <p:cNvPicPr>
            <a:picLocks noChangeAspect="1"/>
          </p:cNvPicPr>
          <p:nvPr/>
        </p:nvPicPr>
        <p:blipFill>
          <a:blip r:embed="rId2"/>
          <a:stretch>
            <a:fillRect/>
          </a:stretch>
        </p:blipFill>
        <p:spPr>
          <a:xfrm>
            <a:off x="-78731" y="3426345"/>
            <a:ext cx="12272298" cy="3603105"/>
          </a:xfrm>
          <a:prstGeom prst="rect">
            <a:avLst/>
          </a:prstGeom>
        </p:spPr>
      </p:pic>
      <p:pic>
        <p:nvPicPr>
          <p:cNvPr id="6" name="Picture 5" descr="A diagram of a dropout distribution&#10;&#10;AI-generated content may be incorrect.">
            <a:extLst>
              <a:ext uri="{FF2B5EF4-FFF2-40B4-BE49-F238E27FC236}">
                <a16:creationId xmlns:a16="http://schemas.microsoft.com/office/drawing/2014/main" id="{DAA69D9E-6399-A941-253C-6211A9EA54D7}"/>
              </a:ext>
            </a:extLst>
          </p:cNvPr>
          <p:cNvPicPr>
            <a:picLocks noChangeAspect="1"/>
          </p:cNvPicPr>
          <p:nvPr/>
        </p:nvPicPr>
        <p:blipFill>
          <a:blip r:embed="rId3"/>
          <a:stretch>
            <a:fillRect/>
          </a:stretch>
        </p:blipFill>
        <p:spPr>
          <a:xfrm>
            <a:off x="5793009" y="-241"/>
            <a:ext cx="6497616" cy="3534740"/>
          </a:xfrm>
          <a:prstGeom prst="rect">
            <a:avLst/>
          </a:prstGeom>
        </p:spPr>
      </p:pic>
      <p:pic>
        <p:nvPicPr>
          <p:cNvPr id="7" name="Picture 6" descr="A blue circle with a red triangle and a red triangle&#10;&#10;AI-generated content may be incorrect.">
            <a:extLst>
              <a:ext uri="{FF2B5EF4-FFF2-40B4-BE49-F238E27FC236}">
                <a16:creationId xmlns:a16="http://schemas.microsoft.com/office/drawing/2014/main" id="{0BCA0399-26F2-78AB-0688-07229409368D}"/>
              </a:ext>
            </a:extLst>
          </p:cNvPr>
          <p:cNvPicPr>
            <a:picLocks noChangeAspect="1"/>
          </p:cNvPicPr>
          <p:nvPr/>
        </p:nvPicPr>
        <p:blipFill>
          <a:blip r:embed="rId4"/>
          <a:stretch>
            <a:fillRect/>
          </a:stretch>
        </p:blipFill>
        <p:spPr>
          <a:xfrm>
            <a:off x="3256" y="-2653"/>
            <a:ext cx="6082857" cy="3438285"/>
          </a:xfrm>
          <a:prstGeom prst="rect">
            <a:avLst/>
          </a:prstGeom>
        </p:spPr>
      </p:pic>
    </p:spTree>
    <p:extLst>
      <p:ext uri="{BB962C8B-B14F-4D97-AF65-F5344CB8AC3E}">
        <p14:creationId xmlns:p14="http://schemas.microsoft.com/office/powerpoint/2010/main" val="8281789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8939DA08-4C07-ABA3-4A9F-01696BAA9FD9}"/>
              </a:ext>
            </a:extLst>
          </p:cNvPr>
          <p:cNvSpPr>
            <a:spLocks noGrp="1"/>
          </p:cNvSpPr>
          <p:nvPr>
            <p:ph idx="1"/>
          </p:nvPr>
        </p:nvSpPr>
        <p:spPr>
          <a:xfrm>
            <a:off x="1206075" y="1110629"/>
            <a:ext cx="9470524" cy="2546941"/>
          </a:xfrm>
        </p:spPr>
        <p:txBody>
          <a:bodyPr vert="horz" lIns="91440" tIns="45720" rIns="91440" bIns="45720" rtlCol="0" anchor="t">
            <a:noAutofit/>
          </a:bodyPr>
          <a:lstStyle/>
          <a:p>
            <a:r>
              <a:rPr lang="en-US" sz="2400" b="1">
                <a:ea typeface="+mn-lt"/>
                <a:cs typeface="+mn-lt"/>
              </a:rPr>
              <a:t>Student Academic Performance Analysis – Summary</a:t>
            </a:r>
            <a:endParaRPr lang="en-US" sz="2400"/>
          </a:p>
          <a:p>
            <a:r>
              <a:rPr lang="en-US" sz="2400">
                <a:ea typeface="+mn-lt"/>
                <a:cs typeface="+mn-lt"/>
              </a:rPr>
              <a:t>This project analyzed academic trends among undergraduate science students at the Central University of Allahabad using statistical methods and data visualization. Key findings include:</a:t>
            </a:r>
            <a:endParaRPr lang="en-US" sz="2400"/>
          </a:p>
          <a:p>
            <a:pPr marL="285750" indent="-285750">
              <a:buFont typeface="Arial"/>
              <a:buChar char="•"/>
            </a:pPr>
            <a:r>
              <a:rPr lang="en-US" sz="2400" b="1">
                <a:ea typeface="+mn-lt"/>
                <a:cs typeface="+mn-lt"/>
              </a:rPr>
              <a:t>Practical exam performance</a:t>
            </a:r>
            <a:r>
              <a:rPr lang="en-US" sz="2400">
                <a:ea typeface="+mn-lt"/>
                <a:cs typeface="+mn-lt"/>
              </a:rPr>
              <a:t> strongly correlates with overall academic success, highlighting the value of hands-on learning.</a:t>
            </a:r>
            <a:endParaRPr lang="en-US" sz="2400"/>
          </a:p>
          <a:p>
            <a:pPr marL="285750" indent="-285750">
              <a:buFont typeface="Arial"/>
              <a:buChar char="•"/>
            </a:pPr>
            <a:r>
              <a:rPr lang="en-US" sz="2400" b="1">
                <a:ea typeface="+mn-lt"/>
                <a:cs typeface="+mn-lt"/>
              </a:rPr>
              <a:t>University students</a:t>
            </a:r>
            <a:r>
              <a:rPr lang="en-US" sz="2400">
                <a:ea typeface="+mn-lt"/>
                <a:cs typeface="+mn-lt"/>
              </a:rPr>
              <a:t> generally outperformed those from affiliated colleges, suggesting disparities in teaching quality and resources.</a:t>
            </a:r>
            <a:endParaRPr lang="en-US" sz="2400"/>
          </a:p>
          <a:p>
            <a:pPr marL="285750" indent="-285750">
              <a:buFont typeface="Arial"/>
              <a:buChar char="•"/>
            </a:pPr>
            <a:r>
              <a:rPr lang="en-US" sz="2400" b="1">
                <a:ea typeface="+mn-lt"/>
                <a:cs typeface="+mn-lt"/>
              </a:rPr>
              <a:t>Subject combinations</a:t>
            </a:r>
            <a:r>
              <a:rPr lang="en-US" sz="2400">
                <a:ea typeface="+mn-lt"/>
                <a:cs typeface="+mn-lt"/>
              </a:rPr>
              <a:t> impact student outcomes, helping guide subject selection decisions based on past performance.</a:t>
            </a:r>
            <a:endParaRPr lang="en-US" sz="2400"/>
          </a:p>
          <a:p>
            <a:pPr marL="285750" indent="-285750">
              <a:buFont typeface="Arial"/>
              <a:buChar char="•"/>
            </a:pPr>
            <a:r>
              <a:rPr lang="en-US" sz="2400">
                <a:ea typeface="+mn-lt"/>
                <a:cs typeface="+mn-lt"/>
              </a:rPr>
              <a:t>The analysis supports </a:t>
            </a:r>
            <a:r>
              <a:rPr lang="en-US" sz="2400" b="1">
                <a:ea typeface="+mn-lt"/>
                <a:cs typeface="+mn-lt"/>
              </a:rPr>
              <a:t>data-driven planning</a:t>
            </a:r>
            <a:r>
              <a:rPr lang="en-US" sz="2400">
                <a:ea typeface="+mn-lt"/>
                <a:cs typeface="+mn-lt"/>
              </a:rPr>
              <a:t>, aiding students, educators, and institutions in improving academic outcomes and resource allocation.</a:t>
            </a:r>
            <a:endParaRPr lang="en-US" sz="2400"/>
          </a:p>
          <a:p>
            <a:endParaRPr lang="en-US" dirty="0"/>
          </a:p>
        </p:txBody>
      </p:sp>
      <p:sp>
        <p:nvSpPr>
          <p:cNvPr id="7" name="Title 6">
            <a:extLst>
              <a:ext uri="{FF2B5EF4-FFF2-40B4-BE49-F238E27FC236}">
                <a16:creationId xmlns:a16="http://schemas.microsoft.com/office/drawing/2014/main" id="{2D3C31F2-43D9-23C2-6537-C33129D5D120}"/>
              </a:ext>
            </a:extLst>
          </p:cNvPr>
          <p:cNvSpPr>
            <a:spLocks noGrp="1"/>
          </p:cNvSpPr>
          <p:nvPr>
            <p:ph type="title"/>
          </p:nvPr>
        </p:nvSpPr>
        <p:spPr>
          <a:xfrm>
            <a:off x="3357036" y="-461499"/>
            <a:ext cx="9779183" cy="1570038"/>
          </a:xfrm>
        </p:spPr>
        <p:txBody>
          <a:bodyPr/>
          <a:lstStyle/>
          <a:p>
            <a:r>
              <a:rPr lang="en-US" sz="6000" u="sng"/>
              <a:t>CONCLUSION</a:t>
            </a:r>
          </a:p>
        </p:txBody>
      </p:sp>
    </p:spTree>
    <p:extLst>
      <p:ext uri="{BB962C8B-B14F-4D97-AF65-F5344CB8AC3E}">
        <p14:creationId xmlns:p14="http://schemas.microsoft.com/office/powerpoint/2010/main" val="16781633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AB868-E426-77E6-CC71-9C903CFFC7E0}"/>
              </a:ext>
            </a:extLst>
          </p:cNvPr>
          <p:cNvSpPr>
            <a:spLocks noGrp="1"/>
          </p:cNvSpPr>
          <p:nvPr>
            <p:ph type="title"/>
          </p:nvPr>
        </p:nvSpPr>
        <p:spPr>
          <a:xfrm>
            <a:off x="183644" y="-413271"/>
            <a:ext cx="9779183" cy="1570038"/>
          </a:xfrm>
        </p:spPr>
        <p:txBody>
          <a:bodyPr/>
          <a:lstStyle/>
          <a:p>
            <a:r>
              <a:rPr lang="en-US" u="sng"/>
              <a:t>REFERENCES:-</a:t>
            </a:r>
          </a:p>
        </p:txBody>
      </p:sp>
      <p:sp>
        <p:nvSpPr>
          <p:cNvPr id="3" name="Content Placeholder 2">
            <a:extLst>
              <a:ext uri="{FF2B5EF4-FFF2-40B4-BE49-F238E27FC236}">
                <a16:creationId xmlns:a16="http://schemas.microsoft.com/office/drawing/2014/main" id="{BD480F61-1C36-F55E-7470-3168DFACBB8D}"/>
              </a:ext>
            </a:extLst>
          </p:cNvPr>
          <p:cNvSpPr>
            <a:spLocks noGrp="1"/>
          </p:cNvSpPr>
          <p:nvPr>
            <p:ph idx="1"/>
          </p:nvPr>
        </p:nvSpPr>
        <p:spPr>
          <a:xfrm flipV="1">
            <a:off x="1167493" y="5451645"/>
            <a:ext cx="9779182" cy="57364"/>
          </a:xfrm>
        </p:spPr>
        <p:txBody>
          <a:bodyPr/>
          <a:lstStyle/>
          <a:p>
            <a:endParaRPr lang="en-US"/>
          </a:p>
        </p:txBody>
      </p:sp>
      <p:sp>
        <p:nvSpPr>
          <p:cNvPr id="4" name="TextBox 3">
            <a:extLst>
              <a:ext uri="{FF2B5EF4-FFF2-40B4-BE49-F238E27FC236}">
                <a16:creationId xmlns:a16="http://schemas.microsoft.com/office/drawing/2014/main" id="{73DC310B-F5E3-6604-2D1B-1DE754460979}"/>
              </a:ext>
            </a:extLst>
          </p:cNvPr>
          <p:cNvSpPr txBox="1"/>
          <p:nvPr/>
        </p:nvSpPr>
        <p:spPr>
          <a:xfrm>
            <a:off x="437025" y="655538"/>
            <a:ext cx="5603297" cy="529375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4000" b="1" u="sng" dirty="0">
              <a:ea typeface="+mn-lt"/>
              <a:cs typeface="+mn-lt"/>
            </a:endParaRPr>
          </a:p>
          <a:p>
            <a:r>
              <a:rPr lang="en-US" sz="2400" b="1" u="sng">
                <a:ea typeface="+mn-lt"/>
                <a:cs typeface="+mn-lt"/>
              </a:rPr>
              <a:t>Data description:-</a:t>
            </a:r>
            <a:endParaRPr lang="en-US" sz="2000" b="1" u="sng" dirty="0">
              <a:ea typeface="+mn-lt"/>
              <a:cs typeface="+mn-lt"/>
            </a:endParaRPr>
          </a:p>
          <a:p>
            <a:endParaRPr lang="en-US" sz="2400" b="1" u="sng" dirty="0">
              <a:ea typeface="+mn-lt"/>
              <a:cs typeface="+mn-lt"/>
            </a:endParaRPr>
          </a:p>
          <a:p>
            <a:r>
              <a:rPr lang="en-US" sz="2400">
                <a:ea typeface="+mn-lt"/>
                <a:cs typeface="+mn-lt"/>
              </a:rPr>
              <a:t>Source: </a:t>
            </a:r>
            <a:r>
              <a:rPr lang="en-US" sz="2400" dirty="0">
                <a:ea typeface="+mn-lt"/>
                <a:cs typeface="+mn-lt"/>
                <a:hlinkClick r:id="rId2"/>
              </a:rPr>
              <a:t>https://allduniv.ac.in/files/result/NET_BSc2_2022-23.pdf</a:t>
            </a:r>
            <a:endParaRPr lang="en-US" sz="2400" b="1" u="sng"/>
          </a:p>
          <a:p>
            <a:endParaRPr lang="en-US" sz="2400" dirty="0"/>
          </a:p>
          <a:p>
            <a:r>
              <a:rPr lang="en-US" sz="2400"/>
              <a:t>Chat GPT:Chatgpt.com</a:t>
            </a:r>
            <a:endParaRPr lang="en-US" sz="2400" dirty="0"/>
          </a:p>
          <a:p>
            <a:endParaRPr lang="en-US" sz="2400" dirty="0"/>
          </a:p>
          <a:p>
            <a:endParaRPr lang="en-US" sz="2400" dirty="0"/>
          </a:p>
          <a:p>
            <a:endParaRPr lang="en-US" sz="2400" dirty="0"/>
          </a:p>
          <a:p>
            <a:endParaRPr lang="en-US" dirty="0"/>
          </a:p>
          <a:p>
            <a:endParaRPr lang="en-US" sz="4000" b="1" u="sng" dirty="0"/>
          </a:p>
        </p:txBody>
      </p:sp>
    </p:spTree>
    <p:extLst>
      <p:ext uri="{BB962C8B-B14F-4D97-AF65-F5344CB8AC3E}">
        <p14:creationId xmlns:p14="http://schemas.microsoft.com/office/powerpoint/2010/main" val="4869424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1C753FD-96EC-101A-B8A4-5F69A189BEF4}"/>
              </a:ext>
            </a:extLst>
          </p:cNvPr>
          <p:cNvSpPr>
            <a:spLocks noGrp="1"/>
          </p:cNvSpPr>
          <p:nvPr>
            <p:ph type="ctrTitle"/>
          </p:nvPr>
        </p:nvSpPr>
        <p:spPr>
          <a:xfrm>
            <a:off x="1167494" y="252549"/>
            <a:ext cx="6220278" cy="3262811"/>
          </a:xfrm>
        </p:spPr>
        <p:txBody>
          <a:bodyPr/>
          <a:lstStyle/>
          <a:p>
            <a:r>
              <a:rPr lang="en-US" dirty="0"/>
              <a:t>Thank you</a:t>
            </a:r>
          </a:p>
        </p:txBody>
      </p:sp>
      <p:sp>
        <p:nvSpPr>
          <p:cNvPr id="5" name="Subtitle 4">
            <a:extLst>
              <a:ext uri="{FF2B5EF4-FFF2-40B4-BE49-F238E27FC236}">
                <a16:creationId xmlns:a16="http://schemas.microsoft.com/office/drawing/2014/main" id="{67BB04B7-47A4-741B-59E0-F0E6F2126E8F}"/>
              </a:ext>
            </a:extLst>
          </p:cNvPr>
          <p:cNvSpPr>
            <a:spLocks noGrp="1"/>
          </p:cNvSpPr>
          <p:nvPr>
            <p:ph type="subTitle" idx="1"/>
          </p:nvPr>
        </p:nvSpPr>
        <p:spPr>
          <a:xfrm>
            <a:off x="1167493" y="3685939"/>
            <a:ext cx="6220277" cy="2919512"/>
          </a:xfrm>
        </p:spPr>
        <p:txBody>
          <a:bodyPr/>
          <a:lstStyle/>
          <a:p>
            <a:endParaRPr lang="en-US" dirty="0"/>
          </a:p>
        </p:txBody>
      </p:sp>
    </p:spTree>
    <p:extLst>
      <p:ext uri="{BB962C8B-B14F-4D97-AF65-F5344CB8AC3E}">
        <p14:creationId xmlns:p14="http://schemas.microsoft.com/office/powerpoint/2010/main" val="1609673525"/>
      </p:ext>
    </p:extLst>
  </p:cSld>
  <p:clrMapOvr>
    <a:masterClrMapping/>
  </p:clrMapOvr>
</p:sld>
</file>

<file path=ppt/theme/theme1.xml><?xml version="1.0" encoding="utf-8"?>
<a:theme xmlns:a="http://schemas.openxmlformats.org/drawingml/2006/main" name="Custom">
  <a:themeElements>
    <a:clrScheme name="Universal Color Block">
      <a:dk1>
        <a:srgbClr val="000000"/>
      </a:dk1>
      <a:lt1>
        <a:srgbClr val="FFFFFF"/>
      </a:lt1>
      <a:dk2>
        <a:srgbClr val="44546A"/>
      </a:dk2>
      <a:lt2>
        <a:srgbClr val="E7E6E6"/>
      </a:lt2>
      <a:accent1>
        <a:srgbClr val="0068FF"/>
      </a:accent1>
      <a:accent2>
        <a:srgbClr val="DAE5EF"/>
      </a:accent2>
      <a:accent3>
        <a:srgbClr val="637183"/>
      </a:accent3>
      <a:accent4>
        <a:srgbClr val="434E5E"/>
      </a:accent4>
      <a:accent5>
        <a:srgbClr val="5B9BD5"/>
      </a:accent5>
      <a:accent6>
        <a:srgbClr val="70AD47"/>
      </a:accent6>
      <a:hlink>
        <a:srgbClr val="0563C1"/>
      </a:hlink>
      <a:folHlink>
        <a:srgbClr val="954F72"/>
      </a:folHlink>
    </a:clrScheme>
    <a:fontScheme name="Custom 75">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45331398_Win32_SL_V13" id="{C59E605D-C281-4A06-BDA0-E97A35AC3AA8}" vid="{25D1D206-DA25-4050-926A-BD6D3A1B506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31D3D4E-040D-4F59-9215-B1F04B81B9FE}">
  <ds:schemaRefs>
    <ds:schemaRef ds:uri="http://schemas.microsoft.com/sharepoint/v3/contenttype/forms"/>
  </ds:schemaRefs>
</ds:datastoreItem>
</file>

<file path=customXml/itemProps2.xml><?xml version="1.0" encoding="utf-8"?>
<ds:datastoreItem xmlns:ds="http://schemas.openxmlformats.org/officeDocument/2006/customXml" ds:itemID="{3CE52C7A-8834-4F18-859F-7167A187E138}">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5A7188B1-CB43-4216-A332-EE7733BC221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0</TotalTime>
  <Words>423</Words>
  <Application>Microsoft Office PowerPoint</Application>
  <PresentationFormat>Widescreen</PresentationFormat>
  <Paragraphs>123</Paragraphs>
  <Slides>21</Slides>
  <Notes>10</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Custom</vt:lpstr>
      <vt:lpstr>Student Academic Performance Analysis</vt:lpstr>
      <vt:lpstr>Introduction</vt:lpstr>
      <vt:lpstr>Data description</vt:lpstr>
      <vt:lpstr>Objectives</vt:lpstr>
      <vt:lpstr>Q1. Determine if there's a statistically significant association between the institution type    (university vs. affiliated college) and student pass/fail status</vt:lpstr>
      <vt:lpstr>Q2. Does the inclusion of practical subjects in a student's curriculum influence their overall academic performance?</vt:lpstr>
      <vt:lpstr>Q3. Is there a correlation between student performance in practical exams and their overall academic performance?</vt:lpstr>
      <vt:lpstr>Pearson Correlation Coefficient: 0.9981  📊 P-value: 0.0000  ✅ There is a statistically significant relationship between practical and total marks. </vt:lpstr>
      <vt:lpstr>📈 Pearson Correlation Coefficient: 0.9998  📊 P-value: 0.0000   ✅ There is a statistically significant relationship between practical and total marks. </vt:lpstr>
      <vt:lpstr>Q4. Determine whether the subject combination impacts the overall academic performance of the students across  both University and Affiliated Colleges.</vt:lpstr>
      <vt:lpstr> </vt:lpstr>
      <vt:lpstr>Q5. Which subject should a student drop in the third year based upon statistical analysis of the past two years?</vt:lpstr>
      <vt:lpstr>PowerPoint Presentation</vt:lpstr>
      <vt:lpstr>PowerPoint Presentation</vt:lpstr>
      <vt:lpstr>PowerPoint Presentation</vt:lpstr>
      <vt:lpstr>PowerPoint Presentation</vt:lpstr>
      <vt:lpstr>PowerPoint Presentation</vt:lpstr>
      <vt:lpstr>PowerPoint Presentation</vt:lpstr>
      <vt:lpstr>CONCLUSION</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447</cp:revision>
  <dcterms:created xsi:type="dcterms:W3CDTF">2025-04-17T12:12:10Z</dcterms:created>
  <dcterms:modified xsi:type="dcterms:W3CDTF">2025-04-17T15:09:57Z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